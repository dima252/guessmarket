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0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42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39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C33E-ADFE-6CAC-31CC-787E25044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3CCD9-F60D-77E3-B661-39ED36D21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39FFB-CCE1-3EFA-0766-C9C018FB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888E2-00B9-D77A-C62F-8F03366E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88AD5-D96C-B6EF-FE7B-B021508C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62127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3BF36-1304-347E-2D91-9CE5F594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82D87-91BC-C2FB-0016-63BFF112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69628-75F9-C8B0-F614-3993FDAAB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CC92-3162-D335-60D9-3CF93534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F0B2F-A75D-D459-86ED-887BAE38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6619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E2937-2793-BCD9-8496-5F2110281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9121F-3665-9534-B71E-A8D18B359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89A9A-AF90-2905-BA3F-8FCE89CC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4574-26F3-CD98-D8D2-A2011C03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A9787-0978-141C-0153-87772FEC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057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2C3C-E54D-2E3A-EAA7-CD44FC72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2529-F9AC-B779-92B0-973598D22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598B8-342E-7EA3-F1BC-E0656FC36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E04AE-C617-63EE-81CE-626F79C7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A63D1-CF0C-6E2C-8F98-AA713386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EEE05-7742-8BDB-710D-5C67D44C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800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9F37-03D4-817A-0B25-B41556D9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1D861-6BCD-6E56-C39A-2B0BAD942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68FCF-3EE8-A92D-59CE-C3ED35FE3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9CD8E-1EDC-77EC-6EB2-4B183C0C8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4388E-C45B-DB62-9840-F8B1F117C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D60D9-060E-2F40-380F-904A5660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1820A-E045-6586-4667-8CCAA868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08E49-986C-FEBE-9544-7E6295F9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897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287D-1721-379C-8833-E25030D0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2366F-788E-727F-553E-BCE303A6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FD1D9-AC60-C979-1635-5E0EAB98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D2B08-931C-54B8-463A-BDDB8CC1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575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A5E959-935D-6F94-81B7-B1B30ACE8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1B186-C861-F9A9-C0AD-965DF301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3A241-39A8-AE17-149C-9FF6F37D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84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B971-A3B2-E05A-93E4-0E319464A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0107D-434A-32EF-A8AD-DB6D58E20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18C05-C40A-3619-BD1A-E4B8A6816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400FE-9836-443E-72BA-6609E189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79001-FBF3-C67E-4624-ABA973DF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877F-0D38-A054-C2FD-DA19D2F4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76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98E4-3CBE-D94E-1A00-C0DA5F08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2CC10-A9C4-9E02-6FFF-A7310DEF6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C722F8-9B8B-5957-3018-92B6111F2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B0DEA-0C5B-1150-35F6-7C4C091BA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C2F15-A33A-E332-0451-9BFF55EE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BE69B-00EE-DB31-1093-FC5ED7A0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743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E6B5-72F0-9A11-1F1F-44294F01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67FDE-8182-2A7B-9ACA-C04514851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D11F0-F869-988F-1D39-D9FB66F8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75931-C680-3BF5-A7BF-D4DD244E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3A55C-7E5D-291A-4E01-9E3ECFC0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41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534A84-AB32-84CA-EC7A-857FB5485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54CB8-D77F-70B0-7F57-08E9E1B75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04A37-38DB-6423-0A7D-27555F03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2EFB6-B032-6EB8-6755-BC765783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2046C-811D-B3C3-58AF-D55E5AF3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0214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D6BE0E-93D6-6F84-B28C-0F7B796D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56C83-B862-8A30-0CAE-7CCBB7824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C62E6-9E8B-12A9-8558-A89792844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DFADD-6B5C-4CEB-A114-B6EB2FA09572}" type="datetimeFigureOut">
              <a:rPr lang="en-IL" smtClean="0"/>
              <a:t>20/08/2026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B4A2-E3ED-FD75-0958-71D89B4B5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BB877-198C-4689-D046-B90B6F439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86893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508A-82C7-83AC-0E90-7B1D2F78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86F2BC-6255-EF8C-5571-3776A9B0AF1F}"/>
              </a:ext>
            </a:extLst>
          </p:cNvPr>
          <p:cNvSpPr/>
          <p:nvPr/>
        </p:nvSpPr>
        <p:spPr>
          <a:xfrm>
            <a:off x="332509" y="507999"/>
            <a:ext cx="11587942" cy="6158807"/>
          </a:xfrm>
          <a:custGeom>
            <a:avLst/>
            <a:gdLst>
              <a:gd name="csX0" fmla="*/ 0 w 11587942"/>
              <a:gd name="csY0" fmla="*/ 0 h 6158807"/>
              <a:gd name="csX1" fmla="*/ 347638 w 11587942"/>
              <a:gd name="csY1" fmla="*/ 0 h 6158807"/>
              <a:gd name="csX2" fmla="*/ 811156 w 11587942"/>
              <a:gd name="csY2" fmla="*/ 0 h 6158807"/>
              <a:gd name="csX3" fmla="*/ 1158794 w 11587942"/>
              <a:gd name="csY3" fmla="*/ 0 h 6158807"/>
              <a:gd name="csX4" fmla="*/ 1738191 w 11587942"/>
              <a:gd name="csY4" fmla="*/ 0 h 6158807"/>
              <a:gd name="csX5" fmla="*/ 2201709 w 11587942"/>
              <a:gd name="csY5" fmla="*/ 0 h 6158807"/>
              <a:gd name="csX6" fmla="*/ 2896986 w 11587942"/>
              <a:gd name="csY6" fmla="*/ 0 h 6158807"/>
              <a:gd name="csX7" fmla="*/ 3708141 w 11587942"/>
              <a:gd name="csY7" fmla="*/ 0 h 6158807"/>
              <a:gd name="csX8" fmla="*/ 4055780 w 11587942"/>
              <a:gd name="csY8" fmla="*/ 0 h 6158807"/>
              <a:gd name="csX9" fmla="*/ 4287539 w 11587942"/>
              <a:gd name="csY9" fmla="*/ 0 h 6158807"/>
              <a:gd name="csX10" fmla="*/ 4751056 w 11587942"/>
              <a:gd name="csY10" fmla="*/ 0 h 6158807"/>
              <a:gd name="csX11" fmla="*/ 4982815 w 11587942"/>
              <a:gd name="csY11" fmla="*/ 0 h 6158807"/>
              <a:gd name="csX12" fmla="*/ 5562212 w 11587942"/>
              <a:gd name="csY12" fmla="*/ 0 h 6158807"/>
              <a:gd name="csX13" fmla="*/ 5909850 w 11587942"/>
              <a:gd name="csY13" fmla="*/ 0 h 6158807"/>
              <a:gd name="csX14" fmla="*/ 6489248 w 11587942"/>
              <a:gd name="csY14" fmla="*/ 0 h 6158807"/>
              <a:gd name="csX15" fmla="*/ 6721006 w 11587942"/>
              <a:gd name="csY15" fmla="*/ 0 h 6158807"/>
              <a:gd name="csX16" fmla="*/ 7300403 w 11587942"/>
              <a:gd name="csY16" fmla="*/ 0 h 6158807"/>
              <a:gd name="csX17" fmla="*/ 7648042 w 11587942"/>
              <a:gd name="csY17" fmla="*/ 0 h 6158807"/>
              <a:gd name="csX18" fmla="*/ 8459198 w 11587942"/>
              <a:gd name="csY18" fmla="*/ 0 h 6158807"/>
              <a:gd name="csX19" fmla="*/ 9270354 w 11587942"/>
              <a:gd name="csY19" fmla="*/ 0 h 6158807"/>
              <a:gd name="csX20" fmla="*/ 9617992 w 11587942"/>
              <a:gd name="csY20" fmla="*/ 0 h 6158807"/>
              <a:gd name="csX21" fmla="*/ 10197389 w 11587942"/>
              <a:gd name="csY21" fmla="*/ 0 h 6158807"/>
              <a:gd name="csX22" fmla="*/ 10429148 w 11587942"/>
              <a:gd name="csY22" fmla="*/ 0 h 6158807"/>
              <a:gd name="csX23" fmla="*/ 10892665 w 11587942"/>
              <a:gd name="csY23" fmla="*/ 0 h 6158807"/>
              <a:gd name="csX24" fmla="*/ 11587942 w 11587942"/>
              <a:gd name="csY24" fmla="*/ 0 h 6158807"/>
              <a:gd name="csX25" fmla="*/ 11587942 w 11587942"/>
              <a:gd name="csY25" fmla="*/ 375127 h 6158807"/>
              <a:gd name="csX26" fmla="*/ 11587942 w 11587942"/>
              <a:gd name="csY26" fmla="*/ 750255 h 6158807"/>
              <a:gd name="csX27" fmla="*/ 11587942 w 11587942"/>
              <a:gd name="csY27" fmla="*/ 1186970 h 6158807"/>
              <a:gd name="csX28" fmla="*/ 11587942 w 11587942"/>
              <a:gd name="csY28" fmla="*/ 1808450 h 6158807"/>
              <a:gd name="csX29" fmla="*/ 11587942 w 11587942"/>
              <a:gd name="csY29" fmla="*/ 2491517 h 6158807"/>
              <a:gd name="csX30" fmla="*/ 11587942 w 11587942"/>
              <a:gd name="csY30" fmla="*/ 2866645 h 6158807"/>
              <a:gd name="csX31" fmla="*/ 11587942 w 11587942"/>
              <a:gd name="csY31" fmla="*/ 3488124 h 6158807"/>
              <a:gd name="csX32" fmla="*/ 11587942 w 11587942"/>
              <a:gd name="csY32" fmla="*/ 4109604 h 6158807"/>
              <a:gd name="csX33" fmla="*/ 11587942 w 11587942"/>
              <a:gd name="csY33" fmla="*/ 4484731 h 6158807"/>
              <a:gd name="csX34" fmla="*/ 11587942 w 11587942"/>
              <a:gd name="csY34" fmla="*/ 4983035 h 6158807"/>
              <a:gd name="csX35" fmla="*/ 11587942 w 11587942"/>
              <a:gd name="csY35" fmla="*/ 5542926 h 6158807"/>
              <a:gd name="csX36" fmla="*/ 11587942 w 11587942"/>
              <a:gd name="csY36" fmla="*/ 6158807 h 6158807"/>
              <a:gd name="csX37" fmla="*/ 11356183 w 11587942"/>
              <a:gd name="csY37" fmla="*/ 6158807 h 6158807"/>
              <a:gd name="csX38" fmla="*/ 10660907 w 11587942"/>
              <a:gd name="csY38" fmla="*/ 6158807 h 6158807"/>
              <a:gd name="csX39" fmla="*/ 10197389 w 11587942"/>
              <a:gd name="csY39" fmla="*/ 6158807 h 6158807"/>
              <a:gd name="csX40" fmla="*/ 9849751 w 11587942"/>
              <a:gd name="csY40" fmla="*/ 6158807 h 6158807"/>
              <a:gd name="csX41" fmla="*/ 9154474 w 11587942"/>
              <a:gd name="csY41" fmla="*/ 6158807 h 6158807"/>
              <a:gd name="csX42" fmla="*/ 8922715 w 11587942"/>
              <a:gd name="csY42" fmla="*/ 6158807 h 6158807"/>
              <a:gd name="csX43" fmla="*/ 8690957 w 11587942"/>
              <a:gd name="csY43" fmla="*/ 6158807 h 6158807"/>
              <a:gd name="csX44" fmla="*/ 8227439 w 11587942"/>
              <a:gd name="csY44" fmla="*/ 6158807 h 6158807"/>
              <a:gd name="csX45" fmla="*/ 7763921 w 11587942"/>
              <a:gd name="csY45" fmla="*/ 6158807 h 6158807"/>
              <a:gd name="csX46" fmla="*/ 7184524 w 11587942"/>
              <a:gd name="csY46" fmla="*/ 6158807 h 6158807"/>
              <a:gd name="csX47" fmla="*/ 6489248 w 11587942"/>
              <a:gd name="csY47" fmla="*/ 6158807 h 6158807"/>
              <a:gd name="csX48" fmla="*/ 5793971 w 11587942"/>
              <a:gd name="csY48" fmla="*/ 6158807 h 6158807"/>
              <a:gd name="csX49" fmla="*/ 5330453 w 11587942"/>
              <a:gd name="csY49" fmla="*/ 6158807 h 6158807"/>
              <a:gd name="csX50" fmla="*/ 4982815 w 11587942"/>
              <a:gd name="csY50" fmla="*/ 6158807 h 6158807"/>
              <a:gd name="csX51" fmla="*/ 4403418 w 11587942"/>
              <a:gd name="csY51" fmla="*/ 6158807 h 6158807"/>
              <a:gd name="csX52" fmla="*/ 4171659 w 11587942"/>
              <a:gd name="csY52" fmla="*/ 6158807 h 6158807"/>
              <a:gd name="csX53" fmla="*/ 3476383 w 11587942"/>
              <a:gd name="csY53" fmla="*/ 6158807 h 6158807"/>
              <a:gd name="csX54" fmla="*/ 3012865 w 11587942"/>
              <a:gd name="csY54" fmla="*/ 6158807 h 6158807"/>
              <a:gd name="csX55" fmla="*/ 2201709 w 11587942"/>
              <a:gd name="csY55" fmla="*/ 6158807 h 6158807"/>
              <a:gd name="csX56" fmla="*/ 1390553 w 11587942"/>
              <a:gd name="csY56" fmla="*/ 6158807 h 6158807"/>
              <a:gd name="csX57" fmla="*/ 1042915 w 11587942"/>
              <a:gd name="csY57" fmla="*/ 6158807 h 6158807"/>
              <a:gd name="csX58" fmla="*/ 811156 w 11587942"/>
              <a:gd name="csY58" fmla="*/ 6158807 h 6158807"/>
              <a:gd name="csX59" fmla="*/ 0 w 11587942"/>
              <a:gd name="csY59" fmla="*/ 6158807 h 6158807"/>
              <a:gd name="csX60" fmla="*/ 0 w 11587942"/>
              <a:gd name="csY60" fmla="*/ 5537327 h 6158807"/>
              <a:gd name="csX61" fmla="*/ 0 w 11587942"/>
              <a:gd name="csY61" fmla="*/ 5100612 h 6158807"/>
              <a:gd name="csX62" fmla="*/ 0 w 11587942"/>
              <a:gd name="csY62" fmla="*/ 4663897 h 6158807"/>
              <a:gd name="csX63" fmla="*/ 0 w 11587942"/>
              <a:gd name="csY63" fmla="*/ 4288769 h 6158807"/>
              <a:gd name="csX64" fmla="*/ 0 w 11587942"/>
              <a:gd name="csY64" fmla="*/ 3913642 h 6158807"/>
              <a:gd name="csX65" fmla="*/ 0 w 11587942"/>
              <a:gd name="csY65" fmla="*/ 3353750 h 6158807"/>
              <a:gd name="csX66" fmla="*/ 0 w 11587942"/>
              <a:gd name="csY66" fmla="*/ 2732271 h 6158807"/>
              <a:gd name="csX67" fmla="*/ 0 w 11587942"/>
              <a:gd name="csY67" fmla="*/ 2110791 h 6158807"/>
              <a:gd name="csX68" fmla="*/ 0 w 11587942"/>
              <a:gd name="csY68" fmla="*/ 1550900 h 6158807"/>
              <a:gd name="csX69" fmla="*/ 0 w 11587942"/>
              <a:gd name="csY69" fmla="*/ 991008 h 6158807"/>
              <a:gd name="csX70" fmla="*/ 0 w 11587942"/>
              <a:gd name="csY70" fmla="*/ 615881 h 6158807"/>
              <a:gd name="csX71" fmla="*/ 0 w 11587942"/>
              <a:gd name="csY71" fmla="*/ 0 h 61588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11587942" h="6158807" extrusionOk="0">
                <a:moveTo>
                  <a:pt x="0" y="0"/>
                </a:moveTo>
                <a:cubicBezTo>
                  <a:pt x="126679" y="-24348"/>
                  <a:pt x="219050" y="25877"/>
                  <a:pt x="347638" y="0"/>
                </a:cubicBezTo>
                <a:cubicBezTo>
                  <a:pt x="476226" y="-25877"/>
                  <a:pt x="697902" y="48"/>
                  <a:pt x="811156" y="0"/>
                </a:cubicBezTo>
                <a:cubicBezTo>
                  <a:pt x="924410" y="-48"/>
                  <a:pt x="1079092" y="10498"/>
                  <a:pt x="1158794" y="0"/>
                </a:cubicBezTo>
                <a:cubicBezTo>
                  <a:pt x="1238496" y="-10498"/>
                  <a:pt x="1540810" y="37948"/>
                  <a:pt x="1738191" y="0"/>
                </a:cubicBezTo>
                <a:cubicBezTo>
                  <a:pt x="1935572" y="-37948"/>
                  <a:pt x="2029976" y="39530"/>
                  <a:pt x="2201709" y="0"/>
                </a:cubicBezTo>
                <a:cubicBezTo>
                  <a:pt x="2373442" y="-39530"/>
                  <a:pt x="2560112" y="12093"/>
                  <a:pt x="2896986" y="0"/>
                </a:cubicBezTo>
                <a:cubicBezTo>
                  <a:pt x="3233860" y="-12093"/>
                  <a:pt x="3502958" y="69524"/>
                  <a:pt x="3708141" y="0"/>
                </a:cubicBezTo>
                <a:cubicBezTo>
                  <a:pt x="3913325" y="-69524"/>
                  <a:pt x="3902725" y="34000"/>
                  <a:pt x="4055780" y="0"/>
                </a:cubicBezTo>
                <a:cubicBezTo>
                  <a:pt x="4208835" y="-34000"/>
                  <a:pt x="4203838" y="21469"/>
                  <a:pt x="4287539" y="0"/>
                </a:cubicBezTo>
                <a:cubicBezTo>
                  <a:pt x="4371240" y="-21469"/>
                  <a:pt x="4609667" y="4283"/>
                  <a:pt x="4751056" y="0"/>
                </a:cubicBezTo>
                <a:cubicBezTo>
                  <a:pt x="4892445" y="-4283"/>
                  <a:pt x="4935914" y="14834"/>
                  <a:pt x="4982815" y="0"/>
                </a:cubicBezTo>
                <a:cubicBezTo>
                  <a:pt x="5029716" y="-14834"/>
                  <a:pt x="5438433" y="22085"/>
                  <a:pt x="5562212" y="0"/>
                </a:cubicBezTo>
                <a:cubicBezTo>
                  <a:pt x="5685991" y="-22085"/>
                  <a:pt x="5817346" y="19706"/>
                  <a:pt x="5909850" y="0"/>
                </a:cubicBezTo>
                <a:cubicBezTo>
                  <a:pt x="6002354" y="-19706"/>
                  <a:pt x="6204331" y="6472"/>
                  <a:pt x="6489248" y="0"/>
                </a:cubicBezTo>
                <a:cubicBezTo>
                  <a:pt x="6774165" y="-6472"/>
                  <a:pt x="6656805" y="15656"/>
                  <a:pt x="6721006" y="0"/>
                </a:cubicBezTo>
                <a:cubicBezTo>
                  <a:pt x="6785207" y="-15656"/>
                  <a:pt x="7092139" y="32631"/>
                  <a:pt x="7300403" y="0"/>
                </a:cubicBezTo>
                <a:cubicBezTo>
                  <a:pt x="7508667" y="-32631"/>
                  <a:pt x="7535058" y="21175"/>
                  <a:pt x="7648042" y="0"/>
                </a:cubicBezTo>
                <a:cubicBezTo>
                  <a:pt x="7761026" y="-21175"/>
                  <a:pt x="8170673" y="24880"/>
                  <a:pt x="8459198" y="0"/>
                </a:cubicBezTo>
                <a:cubicBezTo>
                  <a:pt x="8747723" y="-24880"/>
                  <a:pt x="8877321" y="61494"/>
                  <a:pt x="9270354" y="0"/>
                </a:cubicBezTo>
                <a:cubicBezTo>
                  <a:pt x="9663387" y="-61494"/>
                  <a:pt x="9535747" y="37235"/>
                  <a:pt x="9617992" y="0"/>
                </a:cubicBezTo>
                <a:cubicBezTo>
                  <a:pt x="9700237" y="-37235"/>
                  <a:pt x="10061140" y="24637"/>
                  <a:pt x="10197389" y="0"/>
                </a:cubicBezTo>
                <a:cubicBezTo>
                  <a:pt x="10333638" y="-24637"/>
                  <a:pt x="10324137" y="3224"/>
                  <a:pt x="10429148" y="0"/>
                </a:cubicBezTo>
                <a:cubicBezTo>
                  <a:pt x="10534159" y="-3224"/>
                  <a:pt x="10796814" y="21037"/>
                  <a:pt x="10892665" y="0"/>
                </a:cubicBezTo>
                <a:cubicBezTo>
                  <a:pt x="10988516" y="-21037"/>
                  <a:pt x="11327763" y="35205"/>
                  <a:pt x="11587942" y="0"/>
                </a:cubicBezTo>
                <a:cubicBezTo>
                  <a:pt x="11588512" y="141901"/>
                  <a:pt x="11545263" y="196585"/>
                  <a:pt x="11587942" y="375127"/>
                </a:cubicBezTo>
                <a:cubicBezTo>
                  <a:pt x="11630621" y="553669"/>
                  <a:pt x="11584790" y="580457"/>
                  <a:pt x="11587942" y="750255"/>
                </a:cubicBezTo>
                <a:cubicBezTo>
                  <a:pt x="11591094" y="920053"/>
                  <a:pt x="11565554" y="990711"/>
                  <a:pt x="11587942" y="1186970"/>
                </a:cubicBezTo>
                <a:cubicBezTo>
                  <a:pt x="11610330" y="1383230"/>
                  <a:pt x="11545312" y="1683942"/>
                  <a:pt x="11587942" y="1808450"/>
                </a:cubicBezTo>
                <a:cubicBezTo>
                  <a:pt x="11630572" y="1932958"/>
                  <a:pt x="11536453" y="2209493"/>
                  <a:pt x="11587942" y="2491517"/>
                </a:cubicBezTo>
                <a:cubicBezTo>
                  <a:pt x="11639431" y="2773541"/>
                  <a:pt x="11548369" y="2783534"/>
                  <a:pt x="11587942" y="2866645"/>
                </a:cubicBezTo>
                <a:cubicBezTo>
                  <a:pt x="11627515" y="2949756"/>
                  <a:pt x="11522876" y="3297920"/>
                  <a:pt x="11587942" y="3488124"/>
                </a:cubicBezTo>
                <a:cubicBezTo>
                  <a:pt x="11653008" y="3678328"/>
                  <a:pt x="11574279" y="3859525"/>
                  <a:pt x="11587942" y="4109604"/>
                </a:cubicBezTo>
                <a:cubicBezTo>
                  <a:pt x="11601605" y="4359683"/>
                  <a:pt x="11585064" y="4319535"/>
                  <a:pt x="11587942" y="4484731"/>
                </a:cubicBezTo>
                <a:cubicBezTo>
                  <a:pt x="11590820" y="4649927"/>
                  <a:pt x="11540622" y="4878339"/>
                  <a:pt x="11587942" y="4983035"/>
                </a:cubicBezTo>
                <a:cubicBezTo>
                  <a:pt x="11635262" y="5087731"/>
                  <a:pt x="11547520" y="5294524"/>
                  <a:pt x="11587942" y="5542926"/>
                </a:cubicBezTo>
                <a:cubicBezTo>
                  <a:pt x="11628364" y="5791328"/>
                  <a:pt x="11514202" y="5935229"/>
                  <a:pt x="11587942" y="6158807"/>
                </a:cubicBezTo>
                <a:cubicBezTo>
                  <a:pt x="11497980" y="6159545"/>
                  <a:pt x="11408988" y="6133799"/>
                  <a:pt x="11356183" y="6158807"/>
                </a:cubicBezTo>
                <a:cubicBezTo>
                  <a:pt x="11303378" y="6183815"/>
                  <a:pt x="10988075" y="6157432"/>
                  <a:pt x="10660907" y="6158807"/>
                </a:cubicBezTo>
                <a:cubicBezTo>
                  <a:pt x="10333739" y="6160182"/>
                  <a:pt x="10320661" y="6112071"/>
                  <a:pt x="10197389" y="6158807"/>
                </a:cubicBezTo>
                <a:cubicBezTo>
                  <a:pt x="10074117" y="6205543"/>
                  <a:pt x="10022363" y="6145215"/>
                  <a:pt x="9849751" y="6158807"/>
                </a:cubicBezTo>
                <a:cubicBezTo>
                  <a:pt x="9677139" y="6172399"/>
                  <a:pt x="9409846" y="6138150"/>
                  <a:pt x="9154474" y="6158807"/>
                </a:cubicBezTo>
                <a:cubicBezTo>
                  <a:pt x="8899102" y="6179464"/>
                  <a:pt x="8972094" y="6154764"/>
                  <a:pt x="8922715" y="6158807"/>
                </a:cubicBezTo>
                <a:cubicBezTo>
                  <a:pt x="8873336" y="6162850"/>
                  <a:pt x="8756434" y="6158202"/>
                  <a:pt x="8690957" y="6158807"/>
                </a:cubicBezTo>
                <a:cubicBezTo>
                  <a:pt x="8625480" y="6159412"/>
                  <a:pt x="8345328" y="6106134"/>
                  <a:pt x="8227439" y="6158807"/>
                </a:cubicBezTo>
                <a:cubicBezTo>
                  <a:pt x="8109550" y="6211480"/>
                  <a:pt x="7898109" y="6138665"/>
                  <a:pt x="7763921" y="6158807"/>
                </a:cubicBezTo>
                <a:cubicBezTo>
                  <a:pt x="7629733" y="6178949"/>
                  <a:pt x="7398958" y="6139157"/>
                  <a:pt x="7184524" y="6158807"/>
                </a:cubicBezTo>
                <a:cubicBezTo>
                  <a:pt x="6970090" y="6178457"/>
                  <a:pt x="6779576" y="6081035"/>
                  <a:pt x="6489248" y="6158807"/>
                </a:cubicBezTo>
                <a:cubicBezTo>
                  <a:pt x="6198920" y="6236579"/>
                  <a:pt x="6116684" y="6086271"/>
                  <a:pt x="5793971" y="6158807"/>
                </a:cubicBezTo>
                <a:cubicBezTo>
                  <a:pt x="5471258" y="6231343"/>
                  <a:pt x="5472448" y="6137931"/>
                  <a:pt x="5330453" y="6158807"/>
                </a:cubicBezTo>
                <a:cubicBezTo>
                  <a:pt x="5188458" y="6179683"/>
                  <a:pt x="5054353" y="6137471"/>
                  <a:pt x="4982815" y="6158807"/>
                </a:cubicBezTo>
                <a:cubicBezTo>
                  <a:pt x="4911277" y="6180143"/>
                  <a:pt x="4524365" y="6127555"/>
                  <a:pt x="4403418" y="6158807"/>
                </a:cubicBezTo>
                <a:cubicBezTo>
                  <a:pt x="4282471" y="6190059"/>
                  <a:pt x="4277787" y="6143486"/>
                  <a:pt x="4171659" y="6158807"/>
                </a:cubicBezTo>
                <a:cubicBezTo>
                  <a:pt x="4065531" y="6174128"/>
                  <a:pt x="3727594" y="6136763"/>
                  <a:pt x="3476383" y="6158807"/>
                </a:cubicBezTo>
                <a:cubicBezTo>
                  <a:pt x="3225172" y="6180851"/>
                  <a:pt x="3235061" y="6111227"/>
                  <a:pt x="3012865" y="6158807"/>
                </a:cubicBezTo>
                <a:cubicBezTo>
                  <a:pt x="2790669" y="6206387"/>
                  <a:pt x="2524422" y="6073449"/>
                  <a:pt x="2201709" y="6158807"/>
                </a:cubicBezTo>
                <a:cubicBezTo>
                  <a:pt x="1878996" y="6244165"/>
                  <a:pt x="1795952" y="6101489"/>
                  <a:pt x="1390553" y="6158807"/>
                </a:cubicBezTo>
                <a:cubicBezTo>
                  <a:pt x="985154" y="6216125"/>
                  <a:pt x="1115659" y="6143890"/>
                  <a:pt x="1042915" y="6158807"/>
                </a:cubicBezTo>
                <a:cubicBezTo>
                  <a:pt x="970171" y="6173724"/>
                  <a:pt x="880926" y="6154835"/>
                  <a:pt x="811156" y="6158807"/>
                </a:cubicBezTo>
                <a:cubicBezTo>
                  <a:pt x="741386" y="6162779"/>
                  <a:pt x="375541" y="6073720"/>
                  <a:pt x="0" y="6158807"/>
                </a:cubicBezTo>
                <a:cubicBezTo>
                  <a:pt x="-38636" y="6017559"/>
                  <a:pt x="654" y="5729653"/>
                  <a:pt x="0" y="5537327"/>
                </a:cubicBezTo>
                <a:cubicBezTo>
                  <a:pt x="-654" y="5345001"/>
                  <a:pt x="17121" y="5217504"/>
                  <a:pt x="0" y="5100612"/>
                </a:cubicBezTo>
                <a:cubicBezTo>
                  <a:pt x="-17121" y="4983721"/>
                  <a:pt x="24824" y="4807706"/>
                  <a:pt x="0" y="4663897"/>
                </a:cubicBezTo>
                <a:cubicBezTo>
                  <a:pt x="-24824" y="4520088"/>
                  <a:pt x="17284" y="4473925"/>
                  <a:pt x="0" y="4288769"/>
                </a:cubicBezTo>
                <a:cubicBezTo>
                  <a:pt x="-17284" y="4103613"/>
                  <a:pt x="21882" y="4047167"/>
                  <a:pt x="0" y="3913642"/>
                </a:cubicBezTo>
                <a:cubicBezTo>
                  <a:pt x="-21882" y="3780117"/>
                  <a:pt x="23716" y="3603501"/>
                  <a:pt x="0" y="3353750"/>
                </a:cubicBezTo>
                <a:cubicBezTo>
                  <a:pt x="-23716" y="3103999"/>
                  <a:pt x="52313" y="2941272"/>
                  <a:pt x="0" y="2732271"/>
                </a:cubicBezTo>
                <a:cubicBezTo>
                  <a:pt x="-52313" y="2523270"/>
                  <a:pt x="12474" y="2355221"/>
                  <a:pt x="0" y="2110791"/>
                </a:cubicBezTo>
                <a:cubicBezTo>
                  <a:pt x="-12474" y="1866361"/>
                  <a:pt x="28056" y="1681309"/>
                  <a:pt x="0" y="1550900"/>
                </a:cubicBezTo>
                <a:cubicBezTo>
                  <a:pt x="-28056" y="1420491"/>
                  <a:pt x="38997" y="1199220"/>
                  <a:pt x="0" y="991008"/>
                </a:cubicBezTo>
                <a:cubicBezTo>
                  <a:pt x="-38997" y="782796"/>
                  <a:pt x="36145" y="716644"/>
                  <a:pt x="0" y="615881"/>
                </a:cubicBezTo>
                <a:cubicBezTo>
                  <a:pt x="-36145" y="515118"/>
                  <a:pt x="7428" y="240267"/>
                  <a:pt x="0" y="0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532134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023D13-24C1-7C8F-5117-92D755AE011F}"/>
              </a:ext>
            </a:extLst>
          </p:cNvPr>
          <p:cNvSpPr/>
          <p:nvPr/>
        </p:nvSpPr>
        <p:spPr>
          <a:xfrm>
            <a:off x="2510443" y="906240"/>
            <a:ext cx="9168939" cy="385894"/>
          </a:xfrm>
          <a:custGeom>
            <a:avLst/>
            <a:gdLst>
              <a:gd name="csX0" fmla="*/ 0 w 9168939"/>
              <a:gd name="csY0" fmla="*/ 0 h 385894"/>
              <a:gd name="csX1" fmla="*/ 379856 w 9168939"/>
              <a:gd name="csY1" fmla="*/ 0 h 385894"/>
              <a:gd name="csX2" fmla="*/ 759712 w 9168939"/>
              <a:gd name="csY2" fmla="*/ 0 h 385894"/>
              <a:gd name="csX3" fmla="*/ 1322947 w 9168939"/>
              <a:gd name="csY3" fmla="*/ 0 h 385894"/>
              <a:gd name="csX4" fmla="*/ 1794492 w 9168939"/>
              <a:gd name="csY4" fmla="*/ 0 h 385894"/>
              <a:gd name="csX5" fmla="*/ 2632795 w 9168939"/>
              <a:gd name="csY5" fmla="*/ 0 h 385894"/>
              <a:gd name="csX6" fmla="*/ 3287720 w 9168939"/>
              <a:gd name="csY6" fmla="*/ 0 h 385894"/>
              <a:gd name="csX7" fmla="*/ 3759265 w 9168939"/>
              <a:gd name="csY7" fmla="*/ 0 h 385894"/>
              <a:gd name="csX8" fmla="*/ 4505879 w 9168939"/>
              <a:gd name="csY8" fmla="*/ 0 h 385894"/>
              <a:gd name="csX9" fmla="*/ 5069113 w 9168939"/>
              <a:gd name="csY9" fmla="*/ 0 h 385894"/>
              <a:gd name="csX10" fmla="*/ 5907416 w 9168939"/>
              <a:gd name="csY10" fmla="*/ 0 h 385894"/>
              <a:gd name="csX11" fmla="*/ 6470651 w 9168939"/>
              <a:gd name="csY11" fmla="*/ 0 h 385894"/>
              <a:gd name="csX12" fmla="*/ 7125575 w 9168939"/>
              <a:gd name="csY12" fmla="*/ 0 h 385894"/>
              <a:gd name="csX13" fmla="*/ 7505431 w 9168939"/>
              <a:gd name="csY13" fmla="*/ 0 h 385894"/>
              <a:gd name="csX14" fmla="*/ 7976977 w 9168939"/>
              <a:gd name="csY14" fmla="*/ 0 h 385894"/>
              <a:gd name="csX15" fmla="*/ 9168939 w 9168939"/>
              <a:gd name="csY15" fmla="*/ 0 h 385894"/>
              <a:gd name="csX16" fmla="*/ 9168939 w 9168939"/>
              <a:gd name="csY16" fmla="*/ 385894 h 385894"/>
              <a:gd name="csX17" fmla="*/ 8605704 w 9168939"/>
              <a:gd name="csY17" fmla="*/ 385894 h 385894"/>
              <a:gd name="csX18" fmla="*/ 7950780 w 9168939"/>
              <a:gd name="csY18" fmla="*/ 385894 h 385894"/>
              <a:gd name="csX19" fmla="*/ 7570924 w 9168939"/>
              <a:gd name="csY19" fmla="*/ 385894 h 385894"/>
              <a:gd name="csX20" fmla="*/ 6824310 w 9168939"/>
              <a:gd name="csY20" fmla="*/ 385894 h 385894"/>
              <a:gd name="csX21" fmla="*/ 6077697 w 9168939"/>
              <a:gd name="csY21" fmla="*/ 385894 h 385894"/>
              <a:gd name="csX22" fmla="*/ 5239394 w 9168939"/>
              <a:gd name="csY22" fmla="*/ 385894 h 385894"/>
              <a:gd name="csX23" fmla="*/ 4401091 w 9168939"/>
              <a:gd name="csY23" fmla="*/ 385894 h 385894"/>
              <a:gd name="csX24" fmla="*/ 3562788 w 9168939"/>
              <a:gd name="csY24" fmla="*/ 385894 h 385894"/>
              <a:gd name="csX25" fmla="*/ 2816174 w 9168939"/>
              <a:gd name="csY25" fmla="*/ 385894 h 385894"/>
              <a:gd name="csX26" fmla="*/ 2069561 w 9168939"/>
              <a:gd name="csY26" fmla="*/ 385894 h 385894"/>
              <a:gd name="csX27" fmla="*/ 1414636 w 9168939"/>
              <a:gd name="csY27" fmla="*/ 385894 h 385894"/>
              <a:gd name="csX28" fmla="*/ 668023 w 9168939"/>
              <a:gd name="csY28" fmla="*/ 385894 h 385894"/>
              <a:gd name="csX29" fmla="*/ 0 w 9168939"/>
              <a:gd name="csY29" fmla="*/ 385894 h 385894"/>
              <a:gd name="csX30" fmla="*/ 0 w 9168939"/>
              <a:gd name="csY30" fmla="*/ 0 h 385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9168939" h="385894" fill="none" extrusionOk="0">
                <a:moveTo>
                  <a:pt x="0" y="0"/>
                </a:moveTo>
                <a:cubicBezTo>
                  <a:pt x="109062" y="16837"/>
                  <a:pt x="273507" y="14328"/>
                  <a:pt x="379856" y="0"/>
                </a:cubicBezTo>
                <a:cubicBezTo>
                  <a:pt x="486205" y="-14328"/>
                  <a:pt x="616695" y="1243"/>
                  <a:pt x="759712" y="0"/>
                </a:cubicBezTo>
                <a:cubicBezTo>
                  <a:pt x="902729" y="-1243"/>
                  <a:pt x="1174820" y="-22671"/>
                  <a:pt x="1322947" y="0"/>
                </a:cubicBezTo>
                <a:cubicBezTo>
                  <a:pt x="1471074" y="22671"/>
                  <a:pt x="1662186" y="6843"/>
                  <a:pt x="1794492" y="0"/>
                </a:cubicBezTo>
                <a:cubicBezTo>
                  <a:pt x="1926799" y="-6843"/>
                  <a:pt x="2436152" y="28712"/>
                  <a:pt x="2632795" y="0"/>
                </a:cubicBezTo>
                <a:cubicBezTo>
                  <a:pt x="2829438" y="-28712"/>
                  <a:pt x="3019543" y="15853"/>
                  <a:pt x="3287720" y="0"/>
                </a:cubicBezTo>
                <a:cubicBezTo>
                  <a:pt x="3555897" y="-15853"/>
                  <a:pt x="3523815" y="-6068"/>
                  <a:pt x="3759265" y="0"/>
                </a:cubicBezTo>
                <a:cubicBezTo>
                  <a:pt x="3994716" y="6068"/>
                  <a:pt x="4299713" y="31469"/>
                  <a:pt x="4505879" y="0"/>
                </a:cubicBezTo>
                <a:cubicBezTo>
                  <a:pt x="4712045" y="-31469"/>
                  <a:pt x="4805354" y="14833"/>
                  <a:pt x="5069113" y="0"/>
                </a:cubicBezTo>
                <a:cubicBezTo>
                  <a:pt x="5332872" y="-14833"/>
                  <a:pt x="5683698" y="-11402"/>
                  <a:pt x="5907416" y="0"/>
                </a:cubicBezTo>
                <a:cubicBezTo>
                  <a:pt x="6131134" y="11402"/>
                  <a:pt x="6353020" y="9761"/>
                  <a:pt x="6470651" y="0"/>
                </a:cubicBezTo>
                <a:cubicBezTo>
                  <a:pt x="6588282" y="-9761"/>
                  <a:pt x="6968592" y="6069"/>
                  <a:pt x="7125575" y="0"/>
                </a:cubicBezTo>
                <a:cubicBezTo>
                  <a:pt x="7282558" y="-6069"/>
                  <a:pt x="7319459" y="3139"/>
                  <a:pt x="7505431" y="0"/>
                </a:cubicBezTo>
                <a:cubicBezTo>
                  <a:pt x="7691403" y="-3139"/>
                  <a:pt x="7827232" y="-9546"/>
                  <a:pt x="7976977" y="0"/>
                </a:cubicBezTo>
                <a:cubicBezTo>
                  <a:pt x="8126722" y="9546"/>
                  <a:pt x="8686880" y="4248"/>
                  <a:pt x="9168939" y="0"/>
                </a:cubicBezTo>
                <a:cubicBezTo>
                  <a:pt x="9155881" y="145020"/>
                  <a:pt x="9184780" y="229499"/>
                  <a:pt x="9168939" y="385894"/>
                </a:cubicBezTo>
                <a:cubicBezTo>
                  <a:pt x="8911738" y="382051"/>
                  <a:pt x="8873668" y="385566"/>
                  <a:pt x="8605704" y="385894"/>
                </a:cubicBezTo>
                <a:cubicBezTo>
                  <a:pt x="8337740" y="386222"/>
                  <a:pt x="8249971" y="411106"/>
                  <a:pt x="7950780" y="385894"/>
                </a:cubicBezTo>
                <a:cubicBezTo>
                  <a:pt x="7651589" y="360682"/>
                  <a:pt x="7702984" y="397245"/>
                  <a:pt x="7570924" y="385894"/>
                </a:cubicBezTo>
                <a:cubicBezTo>
                  <a:pt x="7438864" y="374543"/>
                  <a:pt x="7070210" y="350659"/>
                  <a:pt x="6824310" y="385894"/>
                </a:cubicBezTo>
                <a:cubicBezTo>
                  <a:pt x="6578410" y="421129"/>
                  <a:pt x="6269783" y="405109"/>
                  <a:pt x="6077697" y="385894"/>
                </a:cubicBezTo>
                <a:cubicBezTo>
                  <a:pt x="5885611" y="366679"/>
                  <a:pt x="5599969" y="390224"/>
                  <a:pt x="5239394" y="385894"/>
                </a:cubicBezTo>
                <a:cubicBezTo>
                  <a:pt x="4878819" y="381564"/>
                  <a:pt x="4722041" y="361803"/>
                  <a:pt x="4401091" y="385894"/>
                </a:cubicBezTo>
                <a:cubicBezTo>
                  <a:pt x="4080141" y="409985"/>
                  <a:pt x="3790742" y="352874"/>
                  <a:pt x="3562788" y="385894"/>
                </a:cubicBezTo>
                <a:cubicBezTo>
                  <a:pt x="3334834" y="418914"/>
                  <a:pt x="3181347" y="381756"/>
                  <a:pt x="2816174" y="385894"/>
                </a:cubicBezTo>
                <a:cubicBezTo>
                  <a:pt x="2451001" y="390032"/>
                  <a:pt x="2331705" y="397249"/>
                  <a:pt x="2069561" y="385894"/>
                </a:cubicBezTo>
                <a:cubicBezTo>
                  <a:pt x="1807417" y="374539"/>
                  <a:pt x="1566853" y="389418"/>
                  <a:pt x="1414636" y="385894"/>
                </a:cubicBezTo>
                <a:cubicBezTo>
                  <a:pt x="1262419" y="382370"/>
                  <a:pt x="963577" y="380456"/>
                  <a:pt x="668023" y="385894"/>
                </a:cubicBezTo>
                <a:cubicBezTo>
                  <a:pt x="372469" y="391332"/>
                  <a:pt x="215725" y="400789"/>
                  <a:pt x="0" y="385894"/>
                </a:cubicBezTo>
                <a:cubicBezTo>
                  <a:pt x="-8782" y="245997"/>
                  <a:pt x="4906" y="166052"/>
                  <a:pt x="0" y="0"/>
                </a:cubicBezTo>
                <a:close/>
              </a:path>
              <a:path w="9168939" h="385894" stroke="0" extrusionOk="0">
                <a:moveTo>
                  <a:pt x="0" y="0"/>
                </a:moveTo>
                <a:cubicBezTo>
                  <a:pt x="218231" y="-28203"/>
                  <a:pt x="655585" y="-32911"/>
                  <a:pt x="838303" y="0"/>
                </a:cubicBezTo>
                <a:cubicBezTo>
                  <a:pt x="1021021" y="32911"/>
                  <a:pt x="1252932" y="16683"/>
                  <a:pt x="1493227" y="0"/>
                </a:cubicBezTo>
                <a:cubicBezTo>
                  <a:pt x="1733522" y="-16683"/>
                  <a:pt x="1872003" y="-21577"/>
                  <a:pt x="2056462" y="0"/>
                </a:cubicBezTo>
                <a:cubicBezTo>
                  <a:pt x="2240921" y="21577"/>
                  <a:pt x="2418077" y="-26779"/>
                  <a:pt x="2619697" y="0"/>
                </a:cubicBezTo>
                <a:cubicBezTo>
                  <a:pt x="2821318" y="26779"/>
                  <a:pt x="2907280" y="-8726"/>
                  <a:pt x="3182932" y="0"/>
                </a:cubicBezTo>
                <a:cubicBezTo>
                  <a:pt x="3458585" y="8726"/>
                  <a:pt x="3519149" y="10932"/>
                  <a:pt x="3654477" y="0"/>
                </a:cubicBezTo>
                <a:cubicBezTo>
                  <a:pt x="3789806" y="-10932"/>
                  <a:pt x="4139996" y="-27403"/>
                  <a:pt x="4492780" y="0"/>
                </a:cubicBezTo>
                <a:cubicBezTo>
                  <a:pt x="4845564" y="27403"/>
                  <a:pt x="4934507" y="11503"/>
                  <a:pt x="5056015" y="0"/>
                </a:cubicBezTo>
                <a:cubicBezTo>
                  <a:pt x="5177523" y="-11503"/>
                  <a:pt x="5473906" y="29200"/>
                  <a:pt x="5802629" y="0"/>
                </a:cubicBezTo>
                <a:cubicBezTo>
                  <a:pt x="6131352" y="-29200"/>
                  <a:pt x="6456552" y="4047"/>
                  <a:pt x="6640932" y="0"/>
                </a:cubicBezTo>
                <a:cubicBezTo>
                  <a:pt x="6825312" y="-4047"/>
                  <a:pt x="7046464" y="26611"/>
                  <a:pt x="7387545" y="0"/>
                </a:cubicBezTo>
                <a:cubicBezTo>
                  <a:pt x="7728626" y="-26611"/>
                  <a:pt x="7625758" y="10482"/>
                  <a:pt x="7859091" y="0"/>
                </a:cubicBezTo>
                <a:cubicBezTo>
                  <a:pt x="8092424" y="-10482"/>
                  <a:pt x="8115292" y="-19664"/>
                  <a:pt x="8330636" y="0"/>
                </a:cubicBezTo>
                <a:cubicBezTo>
                  <a:pt x="8545981" y="19664"/>
                  <a:pt x="8966081" y="4899"/>
                  <a:pt x="9168939" y="0"/>
                </a:cubicBezTo>
                <a:cubicBezTo>
                  <a:pt x="9175002" y="178796"/>
                  <a:pt x="9173854" y="301434"/>
                  <a:pt x="9168939" y="385894"/>
                </a:cubicBezTo>
                <a:cubicBezTo>
                  <a:pt x="9031860" y="376904"/>
                  <a:pt x="8931073" y="372841"/>
                  <a:pt x="8789083" y="385894"/>
                </a:cubicBezTo>
                <a:cubicBezTo>
                  <a:pt x="8647093" y="398947"/>
                  <a:pt x="8492838" y="374906"/>
                  <a:pt x="8317538" y="385894"/>
                </a:cubicBezTo>
                <a:cubicBezTo>
                  <a:pt x="8142238" y="396882"/>
                  <a:pt x="7820151" y="383987"/>
                  <a:pt x="7570924" y="385894"/>
                </a:cubicBezTo>
                <a:cubicBezTo>
                  <a:pt x="7321697" y="387801"/>
                  <a:pt x="7184648" y="363976"/>
                  <a:pt x="7007689" y="385894"/>
                </a:cubicBezTo>
                <a:cubicBezTo>
                  <a:pt x="6830731" y="407812"/>
                  <a:pt x="6433526" y="367103"/>
                  <a:pt x="6261075" y="385894"/>
                </a:cubicBezTo>
                <a:cubicBezTo>
                  <a:pt x="6088624" y="404685"/>
                  <a:pt x="5682555" y="401736"/>
                  <a:pt x="5422772" y="385894"/>
                </a:cubicBezTo>
                <a:cubicBezTo>
                  <a:pt x="5162989" y="370052"/>
                  <a:pt x="4973264" y="396845"/>
                  <a:pt x="4859538" y="385894"/>
                </a:cubicBezTo>
                <a:cubicBezTo>
                  <a:pt x="4745812" y="374943"/>
                  <a:pt x="4502956" y="397324"/>
                  <a:pt x="4296303" y="385894"/>
                </a:cubicBezTo>
                <a:cubicBezTo>
                  <a:pt x="4089651" y="374464"/>
                  <a:pt x="3833998" y="376715"/>
                  <a:pt x="3641379" y="385894"/>
                </a:cubicBezTo>
                <a:cubicBezTo>
                  <a:pt x="3448760" y="395073"/>
                  <a:pt x="3152948" y="396857"/>
                  <a:pt x="2803076" y="385894"/>
                </a:cubicBezTo>
                <a:cubicBezTo>
                  <a:pt x="2453204" y="374931"/>
                  <a:pt x="2489666" y="397464"/>
                  <a:pt x="2239841" y="385894"/>
                </a:cubicBezTo>
                <a:cubicBezTo>
                  <a:pt x="1990017" y="374324"/>
                  <a:pt x="1905885" y="380236"/>
                  <a:pt x="1676606" y="385894"/>
                </a:cubicBezTo>
                <a:cubicBezTo>
                  <a:pt x="1447327" y="391552"/>
                  <a:pt x="1308139" y="381525"/>
                  <a:pt x="1205061" y="385894"/>
                </a:cubicBezTo>
                <a:cubicBezTo>
                  <a:pt x="1101983" y="390263"/>
                  <a:pt x="532569" y="416488"/>
                  <a:pt x="0" y="385894"/>
                </a:cubicBezTo>
                <a:cubicBezTo>
                  <a:pt x="11588" y="203059"/>
                  <a:pt x="4866" y="18246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4995779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L" dirty="0">
                <a:solidFill>
                  <a:sysClr val="windowText" lastClr="000000"/>
                </a:solidFill>
              </a:rPr>
              <a:t>Currently Loaded File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A2F3-31C5-144B-445A-84F943F1A784}"/>
              </a:ext>
            </a:extLst>
          </p:cNvPr>
          <p:cNvSpPr/>
          <p:nvPr/>
        </p:nvSpPr>
        <p:spPr>
          <a:xfrm>
            <a:off x="507077" y="890026"/>
            <a:ext cx="1874764" cy="385894"/>
          </a:xfrm>
          <a:custGeom>
            <a:avLst/>
            <a:gdLst>
              <a:gd name="csX0" fmla="*/ 0 w 1874764"/>
              <a:gd name="csY0" fmla="*/ 0 h 385894"/>
              <a:gd name="csX1" fmla="*/ 506186 w 1874764"/>
              <a:gd name="csY1" fmla="*/ 0 h 385894"/>
              <a:gd name="csX2" fmla="*/ 974877 w 1874764"/>
              <a:gd name="csY2" fmla="*/ 0 h 385894"/>
              <a:gd name="csX3" fmla="*/ 1462316 w 1874764"/>
              <a:gd name="csY3" fmla="*/ 0 h 385894"/>
              <a:gd name="csX4" fmla="*/ 1874764 w 1874764"/>
              <a:gd name="csY4" fmla="*/ 0 h 385894"/>
              <a:gd name="csX5" fmla="*/ 1874764 w 1874764"/>
              <a:gd name="csY5" fmla="*/ 385894 h 385894"/>
              <a:gd name="csX6" fmla="*/ 1443568 w 1874764"/>
              <a:gd name="csY6" fmla="*/ 385894 h 385894"/>
              <a:gd name="csX7" fmla="*/ 956130 w 1874764"/>
              <a:gd name="csY7" fmla="*/ 385894 h 385894"/>
              <a:gd name="csX8" fmla="*/ 524934 w 1874764"/>
              <a:gd name="csY8" fmla="*/ 385894 h 385894"/>
              <a:gd name="csX9" fmla="*/ 0 w 1874764"/>
              <a:gd name="csY9" fmla="*/ 385894 h 385894"/>
              <a:gd name="csX10" fmla="*/ 0 w 1874764"/>
              <a:gd name="csY10" fmla="*/ 0 h 385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74764" h="385894" fill="none" extrusionOk="0">
                <a:moveTo>
                  <a:pt x="0" y="0"/>
                </a:moveTo>
                <a:cubicBezTo>
                  <a:pt x="230082" y="-929"/>
                  <a:pt x="349897" y="30565"/>
                  <a:pt x="506186" y="0"/>
                </a:cubicBezTo>
                <a:cubicBezTo>
                  <a:pt x="662475" y="-30565"/>
                  <a:pt x="751571" y="21580"/>
                  <a:pt x="974877" y="0"/>
                </a:cubicBezTo>
                <a:cubicBezTo>
                  <a:pt x="1198183" y="-21580"/>
                  <a:pt x="1309599" y="52045"/>
                  <a:pt x="1462316" y="0"/>
                </a:cubicBezTo>
                <a:cubicBezTo>
                  <a:pt x="1615033" y="-52045"/>
                  <a:pt x="1703123" y="49223"/>
                  <a:pt x="1874764" y="0"/>
                </a:cubicBezTo>
                <a:cubicBezTo>
                  <a:pt x="1877411" y="144554"/>
                  <a:pt x="1839267" y="282499"/>
                  <a:pt x="1874764" y="385894"/>
                </a:cubicBezTo>
                <a:cubicBezTo>
                  <a:pt x="1751510" y="414343"/>
                  <a:pt x="1568457" y="354306"/>
                  <a:pt x="1443568" y="385894"/>
                </a:cubicBezTo>
                <a:cubicBezTo>
                  <a:pt x="1318679" y="417482"/>
                  <a:pt x="1076748" y="327964"/>
                  <a:pt x="956130" y="385894"/>
                </a:cubicBezTo>
                <a:cubicBezTo>
                  <a:pt x="835512" y="443824"/>
                  <a:pt x="726293" y="355254"/>
                  <a:pt x="524934" y="385894"/>
                </a:cubicBezTo>
                <a:cubicBezTo>
                  <a:pt x="323575" y="416534"/>
                  <a:pt x="182563" y="360138"/>
                  <a:pt x="0" y="385894"/>
                </a:cubicBezTo>
                <a:cubicBezTo>
                  <a:pt x="-39220" y="276810"/>
                  <a:pt x="40825" y="108310"/>
                  <a:pt x="0" y="0"/>
                </a:cubicBezTo>
                <a:close/>
              </a:path>
              <a:path w="1874764" h="385894" stroke="0" extrusionOk="0">
                <a:moveTo>
                  <a:pt x="0" y="0"/>
                </a:moveTo>
                <a:cubicBezTo>
                  <a:pt x="97512" y="-38364"/>
                  <a:pt x="249012" y="28130"/>
                  <a:pt x="468691" y="0"/>
                </a:cubicBezTo>
                <a:cubicBezTo>
                  <a:pt x="688370" y="-28130"/>
                  <a:pt x="825591" y="12703"/>
                  <a:pt x="937382" y="0"/>
                </a:cubicBezTo>
                <a:cubicBezTo>
                  <a:pt x="1049173" y="-12703"/>
                  <a:pt x="1292795" y="4236"/>
                  <a:pt x="1387325" y="0"/>
                </a:cubicBezTo>
                <a:cubicBezTo>
                  <a:pt x="1481855" y="-4236"/>
                  <a:pt x="1759663" y="4847"/>
                  <a:pt x="1874764" y="0"/>
                </a:cubicBezTo>
                <a:cubicBezTo>
                  <a:pt x="1885139" y="96896"/>
                  <a:pt x="1874671" y="193302"/>
                  <a:pt x="1874764" y="385894"/>
                </a:cubicBezTo>
                <a:cubicBezTo>
                  <a:pt x="1703668" y="439369"/>
                  <a:pt x="1618835" y="379339"/>
                  <a:pt x="1368578" y="385894"/>
                </a:cubicBezTo>
                <a:cubicBezTo>
                  <a:pt x="1118321" y="392449"/>
                  <a:pt x="1039191" y="351335"/>
                  <a:pt x="956130" y="385894"/>
                </a:cubicBezTo>
                <a:cubicBezTo>
                  <a:pt x="873069" y="420453"/>
                  <a:pt x="571776" y="334161"/>
                  <a:pt x="468691" y="385894"/>
                </a:cubicBezTo>
                <a:cubicBezTo>
                  <a:pt x="365606" y="437627"/>
                  <a:pt x="170428" y="375785"/>
                  <a:pt x="0" y="385894"/>
                </a:cubicBezTo>
                <a:cubicBezTo>
                  <a:pt x="-9539" y="233523"/>
                  <a:pt x="2604" y="13700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7750866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Load File Button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A526D-85D4-5161-56EA-9B4DC9DD9B85}"/>
              </a:ext>
            </a:extLst>
          </p:cNvPr>
          <p:cNvSpPr txBox="1"/>
          <p:nvPr/>
        </p:nvSpPr>
        <p:spPr>
          <a:xfrm>
            <a:off x="5446945" y="492473"/>
            <a:ext cx="149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Guess Market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9E353-F52E-1574-3AAB-E8DAB54FC81B}"/>
              </a:ext>
            </a:extLst>
          </p:cNvPr>
          <p:cNvSpPr/>
          <p:nvPr/>
        </p:nvSpPr>
        <p:spPr>
          <a:xfrm>
            <a:off x="492614" y="1690374"/>
            <a:ext cx="5557139" cy="4741957"/>
          </a:xfrm>
          <a:custGeom>
            <a:avLst/>
            <a:gdLst>
              <a:gd name="csX0" fmla="*/ 0 w 5557139"/>
              <a:gd name="csY0" fmla="*/ 0 h 4741957"/>
              <a:gd name="csX1" fmla="*/ 805785 w 5557139"/>
              <a:gd name="csY1" fmla="*/ 0 h 4741957"/>
              <a:gd name="csX2" fmla="*/ 1389285 w 5557139"/>
              <a:gd name="csY2" fmla="*/ 0 h 4741957"/>
              <a:gd name="csX3" fmla="*/ 1917213 w 5557139"/>
              <a:gd name="csY3" fmla="*/ 0 h 4741957"/>
              <a:gd name="csX4" fmla="*/ 2500713 w 5557139"/>
              <a:gd name="csY4" fmla="*/ 0 h 4741957"/>
              <a:gd name="csX5" fmla="*/ 3139784 w 5557139"/>
              <a:gd name="csY5" fmla="*/ 0 h 4741957"/>
              <a:gd name="csX6" fmla="*/ 3778855 w 5557139"/>
              <a:gd name="csY6" fmla="*/ 0 h 4741957"/>
              <a:gd name="csX7" fmla="*/ 4584640 w 5557139"/>
              <a:gd name="csY7" fmla="*/ 0 h 4741957"/>
              <a:gd name="csX8" fmla="*/ 5557139 w 5557139"/>
              <a:gd name="csY8" fmla="*/ 0 h 4741957"/>
              <a:gd name="csX9" fmla="*/ 5557139 w 5557139"/>
              <a:gd name="csY9" fmla="*/ 582583 h 4741957"/>
              <a:gd name="csX10" fmla="*/ 5557139 w 5557139"/>
              <a:gd name="csY10" fmla="*/ 1260006 h 4741957"/>
              <a:gd name="csX11" fmla="*/ 5557139 w 5557139"/>
              <a:gd name="csY11" fmla="*/ 1937428 h 4741957"/>
              <a:gd name="csX12" fmla="*/ 5557139 w 5557139"/>
              <a:gd name="csY12" fmla="*/ 2662270 h 4741957"/>
              <a:gd name="csX13" fmla="*/ 5557139 w 5557139"/>
              <a:gd name="csY13" fmla="*/ 3339693 h 4741957"/>
              <a:gd name="csX14" fmla="*/ 5557139 w 5557139"/>
              <a:gd name="csY14" fmla="*/ 4064535 h 4741957"/>
              <a:gd name="csX15" fmla="*/ 5557139 w 5557139"/>
              <a:gd name="csY15" fmla="*/ 4741957 h 4741957"/>
              <a:gd name="csX16" fmla="*/ 4862497 w 5557139"/>
              <a:gd name="csY16" fmla="*/ 4741957 h 4741957"/>
              <a:gd name="csX17" fmla="*/ 4167854 w 5557139"/>
              <a:gd name="csY17" fmla="*/ 4741957 h 4741957"/>
              <a:gd name="csX18" fmla="*/ 3584355 w 5557139"/>
              <a:gd name="csY18" fmla="*/ 4741957 h 4741957"/>
              <a:gd name="csX19" fmla="*/ 2889712 w 5557139"/>
              <a:gd name="csY19" fmla="*/ 4741957 h 4741957"/>
              <a:gd name="csX20" fmla="*/ 2250641 w 5557139"/>
              <a:gd name="csY20" fmla="*/ 4741957 h 4741957"/>
              <a:gd name="csX21" fmla="*/ 1611570 w 5557139"/>
              <a:gd name="csY21" fmla="*/ 4741957 h 4741957"/>
              <a:gd name="csX22" fmla="*/ 805785 w 5557139"/>
              <a:gd name="csY22" fmla="*/ 4741957 h 4741957"/>
              <a:gd name="csX23" fmla="*/ 0 w 5557139"/>
              <a:gd name="csY23" fmla="*/ 4741957 h 4741957"/>
              <a:gd name="csX24" fmla="*/ 0 w 5557139"/>
              <a:gd name="csY24" fmla="*/ 4159374 h 4741957"/>
              <a:gd name="csX25" fmla="*/ 0 w 5557139"/>
              <a:gd name="csY25" fmla="*/ 3624210 h 4741957"/>
              <a:gd name="csX26" fmla="*/ 0 w 5557139"/>
              <a:gd name="csY26" fmla="*/ 2946788 h 4741957"/>
              <a:gd name="csX27" fmla="*/ 0 w 5557139"/>
              <a:gd name="csY27" fmla="*/ 2221946 h 4741957"/>
              <a:gd name="csX28" fmla="*/ 0 w 5557139"/>
              <a:gd name="csY28" fmla="*/ 1639362 h 4741957"/>
              <a:gd name="csX29" fmla="*/ 0 w 5557139"/>
              <a:gd name="csY29" fmla="*/ 914520 h 4741957"/>
              <a:gd name="csX30" fmla="*/ 0 w 5557139"/>
              <a:gd name="csY30" fmla="*/ 0 h 4741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557139" h="4741957" fill="none" extrusionOk="0">
                <a:moveTo>
                  <a:pt x="0" y="0"/>
                </a:moveTo>
                <a:cubicBezTo>
                  <a:pt x="263443" y="35394"/>
                  <a:pt x="573946" y="16780"/>
                  <a:pt x="805785" y="0"/>
                </a:cubicBezTo>
                <a:cubicBezTo>
                  <a:pt x="1037625" y="-16780"/>
                  <a:pt x="1103338" y="-19765"/>
                  <a:pt x="1389285" y="0"/>
                </a:cubicBezTo>
                <a:cubicBezTo>
                  <a:pt x="1675232" y="19765"/>
                  <a:pt x="1694085" y="3641"/>
                  <a:pt x="1917213" y="0"/>
                </a:cubicBezTo>
                <a:cubicBezTo>
                  <a:pt x="2140341" y="-3641"/>
                  <a:pt x="2213688" y="28315"/>
                  <a:pt x="2500713" y="0"/>
                </a:cubicBezTo>
                <a:cubicBezTo>
                  <a:pt x="2787738" y="-28315"/>
                  <a:pt x="2973090" y="-16040"/>
                  <a:pt x="3139784" y="0"/>
                </a:cubicBezTo>
                <a:cubicBezTo>
                  <a:pt x="3306478" y="16040"/>
                  <a:pt x="3519397" y="-17886"/>
                  <a:pt x="3778855" y="0"/>
                </a:cubicBezTo>
                <a:cubicBezTo>
                  <a:pt x="4038313" y="17886"/>
                  <a:pt x="4223186" y="24112"/>
                  <a:pt x="4584640" y="0"/>
                </a:cubicBezTo>
                <a:cubicBezTo>
                  <a:pt x="4946095" y="-24112"/>
                  <a:pt x="5174997" y="6465"/>
                  <a:pt x="5557139" y="0"/>
                </a:cubicBezTo>
                <a:cubicBezTo>
                  <a:pt x="5574357" y="249693"/>
                  <a:pt x="5581518" y="296773"/>
                  <a:pt x="5557139" y="582583"/>
                </a:cubicBezTo>
                <a:cubicBezTo>
                  <a:pt x="5532760" y="868393"/>
                  <a:pt x="5586581" y="992750"/>
                  <a:pt x="5557139" y="1260006"/>
                </a:cubicBezTo>
                <a:cubicBezTo>
                  <a:pt x="5527697" y="1527262"/>
                  <a:pt x="5553348" y="1675390"/>
                  <a:pt x="5557139" y="1937428"/>
                </a:cubicBezTo>
                <a:cubicBezTo>
                  <a:pt x="5560930" y="2199466"/>
                  <a:pt x="5573508" y="2410433"/>
                  <a:pt x="5557139" y="2662270"/>
                </a:cubicBezTo>
                <a:cubicBezTo>
                  <a:pt x="5540770" y="2914107"/>
                  <a:pt x="5535228" y="3058088"/>
                  <a:pt x="5557139" y="3339693"/>
                </a:cubicBezTo>
                <a:cubicBezTo>
                  <a:pt x="5579050" y="3621298"/>
                  <a:pt x="5538056" y="3751082"/>
                  <a:pt x="5557139" y="4064535"/>
                </a:cubicBezTo>
                <a:cubicBezTo>
                  <a:pt x="5576222" y="4377988"/>
                  <a:pt x="5542537" y="4412637"/>
                  <a:pt x="5557139" y="4741957"/>
                </a:cubicBezTo>
                <a:cubicBezTo>
                  <a:pt x="5320883" y="4728570"/>
                  <a:pt x="5139100" y="4711128"/>
                  <a:pt x="4862497" y="4741957"/>
                </a:cubicBezTo>
                <a:cubicBezTo>
                  <a:pt x="4585894" y="4772786"/>
                  <a:pt x="4510311" y="4760614"/>
                  <a:pt x="4167854" y="4741957"/>
                </a:cubicBezTo>
                <a:cubicBezTo>
                  <a:pt x="3825397" y="4723300"/>
                  <a:pt x="3705003" y="4732456"/>
                  <a:pt x="3584355" y="4741957"/>
                </a:cubicBezTo>
                <a:cubicBezTo>
                  <a:pt x="3463707" y="4751458"/>
                  <a:pt x="3147443" y="4762423"/>
                  <a:pt x="2889712" y="4741957"/>
                </a:cubicBezTo>
                <a:cubicBezTo>
                  <a:pt x="2631981" y="4721491"/>
                  <a:pt x="2434876" y="4771373"/>
                  <a:pt x="2250641" y="4741957"/>
                </a:cubicBezTo>
                <a:cubicBezTo>
                  <a:pt x="2066406" y="4712541"/>
                  <a:pt x="1773340" y="4735635"/>
                  <a:pt x="1611570" y="4741957"/>
                </a:cubicBezTo>
                <a:cubicBezTo>
                  <a:pt x="1449800" y="4748279"/>
                  <a:pt x="1110944" y="4753846"/>
                  <a:pt x="805785" y="4741957"/>
                </a:cubicBezTo>
                <a:cubicBezTo>
                  <a:pt x="500627" y="4730068"/>
                  <a:pt x="168518" y="4709471"/>
                  <a:pt x="0" y="4741957"/>
                </a:cubicBezTo>
                <a:cubicBezTo>
                  <a:pt x="25365" y="4622940"/>
                  <a:pt x="-2692" y="4336408"/>
                  <a:pt x="0" y="4159374"/>
                </a:cubicBezTo>
                <a:cubicBezTo>
                  <a:pt x="2692" y="3982340"/>
                  <a:pt x="-313" y="3865703"/>
                  <a:pt x="0" y="3624210"/>
                </a:cubicBezTo>
                <a:cubicBezTo>
                  <a:pt x="313" y="3382717"/>
                  <a:pt x="-4602" y="3152247"/>
                  <a:pt x="0" y="2946788"/>
                </a:cubicBezTo>
                <a:cubicBezTo>
                  <a:pt x="4602" y="2741329"/>
                  <a:pt x="-3286" y="2394518"/>
                  <a:pt x="0" y="2221946"/>
                </a:cubicBezTo>
                <a:cubicBezTo>
                  <a:pt x="3286" y="2049374"/>
                  <a:pt x="27908" y="1834273"/>
                  <a:pt x="0" y="1639362"/>
                </a:cubicBezTo>
                <a:cubicBezTo>
                  <a:pt x="-27908" y="1444451"/>
                  <a:pt x="-28964" y="1234360"/>
                  <a:pt x="0" y="914520"/>
                </a:cubicBezTo>
                <a:cubicBezTo>
                  <a:pt x="28964" y="594680"/>
                  <a:pt x="-8147" y="389835"/>
                  <a:pt x="0" y="0"/>
                </a:cubicBezTo>
                <a:close/>
              </a:path>
              <a:path w="5557139" h="4741957" stroke="0" extrusionOk="0">
                <a:moveTo>
                  <a:pt x="0" y="0"/>
                </a:moveTo>
                <a:cubicBezTo>
                  <a:pt x="226612" y="-19902"/>
                  <a:pt x="349678" y="13840"/>
                  <a:pt x="527928" y="0"/>
                </a:cubicBezTo>
                <a:cubicBezTo>
                  <a:pt x="706178" y="-13840"/>
                  <a:pt x="960577" y="2608"/>
                  <a:pt x="1222571" y="0"/>
                </a:cubicBezTo>
                <a:cubicBezTo>
                  <a:pt x="1484565" y="-2608"/>
                  <a:pt x="1696575" y="35172"/>
                  <a:pt x="2028356" y="0"/>
                </a:cubicBezTo>
                <a:cubicBezTo>
                  <a:pt x="2360137" y="-35172"/>
                  <a:pt x="2488308" y="25629"/>
                  <a:pt x="2778570" y="0"/>
                </a:cubicBezTo>
                <a:cubicBezTo>
                  <a:pt x="3068832" y="-25629"/>
                  <a:pt x="3177256" y="-642"/>
                  <a:pt x="3417640" y="0"/>
                </a:cubicBezTo>
                <a:cubicBezTo>
                  <a:pt x="3658024" y="642"/>
                  <a:pt x="3954152" y="-18969"/>
                  <a:pt x="4223426" y="0"/>
                </a:cubicBezTo>
                <a:cubicBezTo>
                  <a:pt x="4492700" y="18969"/>
                  <a:pt x="4581115" y="22547"/>
                  <a:pt x="4806925" y="0"/>
                </a:cubicBezTo>
                <a:cubicBezTo>
                  <a:pt x="5032735" y="-22547"/>
                  <a:pt x="5197989" y="17690"/>
                  <a:pt x="5557139" y="0"/>
                </a:cubicBezTo>
                <a:cubicBezTo>
                  <a:pt x="5542676" y="239817"/>
                  <a:pt x="5574121" y="359662"/>
                  <a:pt x="5557139" y="535164"/>
                </a:cubicBezTo>
                <a:cubicBezTo>
                  <a:pt x="5540157" y="710666"/>
                  <a:pt x="5551856" y="991047"/>
                  <a:pt x="5557139" y="1260006"/>
                </a:cubicBezTo>
                <a:cubicBezTo>
                  <a:pt x="5562422" y="1528965"/>
                  <a:pt x="5545471" y="1733947"/>
                  <a:pt x="5557139" y="1890009"/>
                </a:cubicBezTo>
                <a:cubicBezTo>
                  <a:pt x="5568807" y="2046071"/>
                  <a:pt x="5569742" y="2218794"/>
                  <a:pt x="5557139" y="2472592"/>
                </a:cubicBezTo>
                <a:cubicBezTo>
                  <a:pt x="5544536" y="2726390"/>
                  <a:pt x="5569409" y="2988799"/>
                  <a:pt x="5557139" y="3150014"/>
                </a:cubicBezTo>
                <a:cubicBezTo>
                  <a:pt x="5544869" y="3311229"/>
                  <a:pt x="5572226" y="3619756"/>
                  <a:pt x="5557139" y="3827437"/>
                </a:cubicBezTo>
                <a:cubicBezTo>
                  <a:pt x="5542052" y="4035118"/>
                  <a:pt x="5568053" y="4308637"/>
                  <a:pt x="5557139" y="4741957"/>
                </a:cubicBezTo>
                <a:cubicBezTo>
                  <a:pt x="5371117" y="4733209"/>
                  <a:pt x="5094612" y="4710388"/>
                  <a:pt x="4862497" y="4741957"/>
                </a:cubicBezTo>
                <a:cubicBezTo>
                  <a:pt x="4630382" y="4773526"/>
                  <a:pt x="4509335" y="4726269"/>
                  <a:pt x="4334568" y="4741957"/>
                </a:cubicBezTo>
                <a:cubicBezTo>
                  <a:pt x="4159801" y="4757645"/>
                  <a:pt x="4058581" y="4727939"/>
                  <a:pt x="3806640" y="4741957"/>
                </a:cubicBezTo>
                <a:cubicBezTo>
                  <a:pt x="3554699" y="4755975"/>
                  <a:pt x="3247606" y="4777130"/>
                  <a:pt x="3000855" y="4741957"/>
                </a:cubicBezTo>
                <a:cubicBezTo>
                  <a:pt x="2754105" y="4706784"/>
                  <a:pt x="2599207" y="4751376"/>
                  <a:pt x="2417355" y="4741957"/>
                </a:cubicBezTo>
                <a:cubicBezTo>
                  <a:pt x="2235503" y="4732538"/>
                  <a:pt x="2016685" y="4756085"/>
                  <a:pt x="1667142" y="4741957"/>
                </a:cubicBezTo>
                <a:cubicBezTo>
                  <a:pt x="1317599" y="4727829"/>
                  <a:pt x="1317924" y="4768704"/>
                  <a:pt x="1028071" y="4741957"/>
                </a:cubicBezTo>
                <a:cubicBezTo>
                  <a:pt x="738218" y="4715210"/>
                  <a:pt x="295382" y="4719483"/>
                  <a:pt x="0" y="4741957"/>
                </a:cubicBezTo>
                <a:cubicBezTo>
                  <a:pt x="9878" y="4513435"/>
                  <a:pt x="-32637" y="4217078"/>
                  <a:pt x="0" y="4064535"/>
                </a:cubicBezTo>
                <a:cubicBezTo>
                  <a:pt x="32637" y="3911992"/>
                  <a:pt x="11964" y="3597975"/>
                  <a:pt x="0" y="3339693"/>
                </a:cubicBezTo>
                <a:cubicBezTo>
                  <a:pt x="-11964" y="3081411"/>
                  <a:pt x="-14774" y="2920915"/>
                  <a:pt x="0" y="2757109"/>
                </a:cubicBezTo>
                <a:cubicBezTo>
                  <a:pt x="14774" y="2593303"/>
                  <a:pt x="-2958" y="2362790"/>
                  <a:pt x="0" y="2127106"/>
                </a:cubicBezTo>
                <a:cubicBezTo>
                  <a:pt x="2958" y="1891422"/>
                  <a:pt x="25027" y="1680124"/>
                  <a:pt x="0" y="1354845"/>
                </a:cubicBezTo>
                <a:cubicBezTo>
                  <a:pt x="-25027" y="1029566"/>
                  <a:pt x="17033" y="971115"/>
                  <a:pt x="0" y="630003"/>
                </a:cubicBezTo>
                <a:cubicBezTo>
                  <a:pt x="-17033" y="288891"/>
                  <a:pt x="-26445" y="140972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Events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(can be table | tiles | …)</a:t>
            </a:r>
            <a:endParaRPr lang="en-IL" sz="3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206511-CD5E-4C7F-86F4-262041AFC631}"/>
              </a:ext>
            </a:extLst>
          </p:cNvPr>
          <p:cNvSpPr/>
          <p:nvPr/>
        </p:nvSpPr>
        <p:spPr>
          <a:xfrm>
            <a:off x="6142246" y="1690374"/>
            <a:ext cx="5557139" cy="4741957"/>
          </a:xfrm>
          <a:custGeom>
            <a:avLst/>
            <a:gdLst>
              <a:gd name="csX0" fmla="*/ 0 w 5557139"/>
              <a:gd name="csY0" fmla="*/ 0 h 4741957"/>
              <a:gd name="csX1" fmla="*/ 805785 w 5557139"/>
              <a:gd name="csY1" fmla="*/ 0 h 4741957"/>
              <a:gd name="csX2" fmla="*/ 1389285 w 5557139"/>
              <a:gd name="csY2" fmla="*/ 0 h 4741957"/>
              <a:gd name="csX3" fmla="*/ 1917213 w 5557139"/>
              <a:gd name="csY3" fmla="*/ 0 h 4741957"/>
              <a:gd name="csX4" fmla="*/ 2500713 w 5557139"/>
              <a:gd name="csY4" fmla="*/ 0 h 4741957"/>
              <a:gd name="csX5" fmla="*/ 3139784 w 5557139"/>
              <a:gd name="csY5" fmla="*/ 0 h 4741957"/>
              <a:gd name="csX6" fmla="*/ 3778855 w 5557139"/>
              <a:gd name="csY6" fmla="*/ 0 h 4741957"/>
              <a:gd name="csX7" fmla="*/ 4584640 w 5557139"/>
              <a:gd name="csY7" fmla="*/ 0 h 4741957"/>
              <a:gd name="csX8" fmla="*/ 5557139 w 5557139"/>
              <a:gd name="csY8" fmla="*/ 0 h 4741957"/>
              <a:gd name="csX9" fmla="*/ 5557139 w 5557139"/>
              <a:gd name="csY9" fmla="*/ 582583 h 4741957"/>
              <a:gd name="csX10" fmla="*/ 5557139 w 5557139"/>
              <a:gd name="csY10" fmla="*/ 1260006 h 4741957"/>
              <a:gd name="csX11" fmla="*/ 5557139 w 5557139"/>
              <a:gd name="csY11" fmla="*/ 1937428 h 4741957"/>
              <a:gd name="csX12" fmla="*/ 5557139 w 5557139"/>
              <a:gd name="csY12" fmla="*/ 2662270 h 4741957"/>
              <a:gd name="csX13" fmla="*/ 5557139 w 5557139"/>
              <a:gd name="csY13" fmla="*/ 3339693 h 4741957"/>
              <a:gd name="csX14" fmla="*/ 5557139 w 5557139"/>
              <a:gd name="csY14" fmla="*/ 4064535 h 4741957"/>
              <a:gd name="csX15" fmla="*/ 5557139 w 5557139"/>
              <a:gd name="csY15" fmla="*/ 4741957 h 4741957"/>
              <a:gd name="csX16" fmla="*/ 4862497 w 5557139"/>
              <a:gd name="csY16" fmla="*/ 4741957 h 4741957"/>
              <a:gd name="csX17" fmla="*/ 4167854 w 5557139"/>
              <a:gd name="csY17" fmla="*/ 4741957 h 4741957"/>
              <a:gd name="csX18" fmla="*/ 3584355 w 5557139"/>
              <a:gd name="csY18" fmla="*/ 4741957 h 4741957"/>
              <a:gd name="csX19" fmla="*/ 2889712 w 5557139"/>
              <a:gd name="csY19" fmla="*/ 4741957 h 4741957"/>
              <a:gd name="csX20" fmla="*/ 2250641 w 5557139"/>
              <a:gd name="csY20" fmla="*/ 4741957 h 4741957"/>
              <a:gd name="csX21" fmla="*/ 1611570 w 5557139"/>
              <a:gd name="csY21" fmla="*/ 4741957 h 4741957"/>
              <a:gd name="csX22" fmla="*/ 805785 w 5557139"/>
              <a:gd name="csY22" fmla="*/ 4741957 h 4741957"/>
              <a:gd name="csX23" fmla="*/ 0 w 5557139"/>
              <a:gd name="csY23" fmla="*/ 4741957 h 4741957"/>
              <a:gd name="csX24" fmla="*/ 0 w 5557139"/>
              <a:gd name="csY24" fmla="*/ 4159374 h 4741957"/>
              <a:gd name="csX25" fmla="*/ 0 w 5557139"/>
              <a:gd name="csY25" fmla="*/ 3624210 h 4741957"/>
              <a:gd name="csX26" fmla="*/ 0 w 5557139"/>
              <a:gd name="csY26" fmla="*/ 2946788 h 4741957"/>
              <a:gd name="csX27" fmla="*/ 0 w 5557139"/>
              <a:gd name="csY27" fmla="*/ 2221946 h 4741957"/>
              <a:gd name="csX28" fmla="*/ 0 w 5557139"/>
              <a:gd name="csY28" fmla="*/ 1639362 h 4741957"/>
              <a:gd name="csX29" fmla="*/ 0 w 5557139"/>
              <a:gd name="csY29" fmla="*/ 914520 h 4741957"/>
              <a:gd name="csX30" fmla="*/ 0 w 5557139"/>
              <a:gd name="csY30" fmla="*/ 0 h 4741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557139" h="4741957" fill="none" extrusionOk="0">
                <a:moveTo>
                  <a:pt x="0" y="0"/>
                </a:moveTo>
                <a:cubicBezTo>
                  <a:pt x="263443" y="35394"/>
                  <a:pt x="573946" y="16780"/>
                  <a:pt x="805785" y="0"/>
                </a:cubicBezTo>
                <a:cubicBezTo>
                  <a:pt x="1037625" y="-16780"/>
                  <a:pt x="1103338" y="-19765"/>
                  <a:pt x="1389285" y="0"/>
                </a:cubicBezTo>
                <a:cubicBezTo>
                  <a:pt x="1675232" y="19765"/>
                  <a:pt x="1694085" y="3641"/>
                  <a:pt x="1917213" y="0"/>
                </a:cubicBezTo>
                <a:cubicBezTo>
                  <a:pt x="2140341" y="-3641"/>
                  <a:pt x="2213688" y="28315"/>
                  <a:pt x="2500713" y="0"/>
                </a:cubicBezTo>
                <a:cubicBezTo>
                  <a:pt x="2787738" y="-28315"/>
                  <a:pt x="2973090" y="-16040"/>
                  <a:pt x="3139784" y="0"/>
                </a:cubicBezTo>
                <a:cubicBezTo>
                  <a:pt x="3306478" y="16040"/>
                  <a:pt x="3519397" y="-17886"/>
                  <a:pt x="3778855" y="0"/>
                </a:cubicBezTo>
                <a:cubicBezTo>
                  <a:pt x="4038313" y="17886"/>
                  <a:pt x="4223186" y="24112"/>
                  <a:pt x="4584640" y="0"/>
                </a:cubicBezTo>
                <a:cubicBezTo>
                  <a:pt x="4946095" y="-24112"/>
                  <a:pt x="5174997" y="6465"/>
                  <a:pt x="5557139" y="0"/>
                </a:cubicBezTo>
                <a:cubicBezTo>
                  <a:pt x="5574357" y="249693"/>
                  <a:pt x="5581518" y="296773"/>
                  <a:pt x="5557139" y="582583"/>
                </a:cubicBezTo>
                <a:cubicBezTo>
                  <a:pt x="5532760" y="868393"/>
                  <a:pt x="5586581" y="992750"/>
                  <a:pt x="5557139" y="1260006"/>
                </a:cubicBezTo>
                <a:cubicBezTo>
                  <a:pt x="5527697" y="1527262"/>
                  <a:pt x="5553348" y="1675390"/>
                  <a:pt x="5557139" y="1937428"/>
                </a:cubicBezTo>
                <a:cubicBezTo>
                  <a:pt x="5560930" y="2199466"/>
                  <a:pt x="5573508" y="2410433"/>
                  <a:pt x="5557139" y="2662270"/>
                </a:cubicBezTo>
                <a:cubicBezTo>
                  <a:pt x="5540770" y="2914107"/>
                  <a:pt x="5535228" y="3058088"/>
                  <a:pt x="5557139" y="3339693"/>
                </a:cubicBezTo>
                <a:cubicBezTo>
                  <a:pt x="5579050" y="3621298"/>
                  <a:pt x="5538056" y="3751082"/>
                  <a:pt x="5557139" y="4064535"/>
                </a:cubicBezTo>
                <a:cubicBezTo>
                  <a:pt x="5576222" y="4377988"/>
                  <a:pt x="5542537" y="4412637"/>
                  <a:pt x="5557139" y="4741957"/>
                </a:cubicBezTo>
                <a:cubicBezTo>
                  <a:pt x="5320883" y="4728570"/>
                  <a:pt x="5139100" y="4711128"/>
                  <a:pt x="4862497" y="4741957"/>
                </a:cubicBezTo>
                <a:cubicBezTo>
                  <a:pt x="4585894" y="4772786"/>
                  <a:pt x="4510311" y="4760614"/>
                  <a:pt x="4167854" y="4741957"/>
                </a:cubicBezTo>
                <a:cubicBezTo>
                  <a:pt x="3825397" y="4723300"/>
                  <a:pt x="3705003" y="4732456"/>
                  <a:pt x="3584355" y="4741957"/>
                </a:cubicBezTo>
                <a:cubicBezTo>
                  <a:pt x="3463707" y="4751458"/>
                  <a:pt x="3147443" y="4762423"/>
                  <a:pt x="2889712" y="4741957"/>
                </a:cubicBezTo>
                <a:cubicBezTo>
                  <a:pt x="2631981" y="4721491"/>
                  <a:pt x="2434876" y="4771373"/>
                  <a:pt x="2250641" y="4741957"/>
                </a:cubicBezTo>
                <a:cubicBezTo>
                  <a:pt x="2066406" y="4712541"/>
                  <a:pt x="1773340" y="4735635"/>
                  <a:pt x="1611570" y="4741957"/>
                </a:cubicBezTo>
                <a:cubicBezTo>
                  <a:pt x="1449800" y="4748279"/>
                  <a:pt x="1110944" y="4753846"/>
                  <a:pt x="805785" y="4741957"/>
                </a:cubicBezTo>
                <a:cubicBezTo>
                  <a:pt x="500627" y="4730068"/>
                  <a:pt x="168518" y="4709471"/>
                  <a:pt x="0" y="4741957"/>
                </a:cubicBezTo>
                <a:cubicBezTo>
                  <a:pt x="25365" y="4622940"/>
                  <a:pt x="-2692" y="4336408"/>
                  <a:pt x="0" y="4159374"/>
                </a:cubicBezTo>
                <a:cubicBezTo>
                  <a:pt x="2692" y="3982340"/>
                  <a:pt x="-313" y="3865703"/>
                  <a:pt x="0" y="3624210"/>
                </a:cubicBezTo>
                <a:cubicBezTo>
                  <a:pt x="313" y="3382717"/>
                  <a:pt x="-4602" y="3152247"/>
                  <a:pt x="0" y="2946788"/>
                </a:cubicBezTo>
                <a:cubicBezTo>
                  <a:pt x="4602" y="2741329"/>
                  <a:pt x="-3286" y="2394518"/>
                  <a:pt x="0" y="2221946"/>
                </a:cubicBezTo>
                <a:cubicBezTo>
                  <a:pt x="3286" y="2049374"/>
                  <a:pt x="27908" y="1834273"/>
                  <a:pt x="0" y="1639362"/>
                </a:cubicBezTo>
                <a:cubicBezTo>
                  <a:pt x="-27908" y="1444451"/>
                  <a:pt x="-28964" y="1234360"/>
                  <a:pt x="0" y="914520"/>
                </a:cubicBezTo>
                <a:cubicBezTo>
                  <a:pt x="28964" y="594680"/>
                  <a:pt x="-8147" y="389835"/>
                  <a:pt x="0" y="0"/>
                </a:cubicBezTo>
                <a:close/>
              </a:path>
              <a:path w="5557139" h="4741957" stroke="0" extrusionOk="0">
                <a:moveTo>
                  <a:pt x="0" y="0"/>
                </a:moveTo>
                <a:cubicBezTo>
                  <a:pt x="226612" y="-19902"/>
                  <a:pt x="349678" y="13840"/>
                  <a:pt x="527928" y="0"/>
                </a:cubicBezTo>
                <a:cubicBezTo>
                  <a:pt x="706178" y="-13840"/>
                  <a:pt x="960577" y="2608"/>
                  <a:pt x="1222571" y="0"/>
                </a:cubicBezTo>
                <a:cubicBezTo>
                  <a:pt x="1484565" y="-2608"/>
                  <a:pt x="1696575" y="35172"/>
                  <a:pt x="2028356" y="0"/>
                </a:cubicBezTo>
                <a:cubicBezTo>
                  <a:pt x="2360137" y="-35172"/>
                  <a:pt x="2488308" y="25629"/>
                  <a:pt x="2778570" y="0"/>
                </a:cubicBezTo>
                <a:cubicBezTo>
                  <a:pt x="3068832" y="-25629"/>
                  <a:pt x="3177256" y="-642"/>
                  <a:pt x="3417640" y="0"/>
                </a:cubicBezTo>
                <a:cubicBezTo>
                  <a:pt x="3658024" y="642"/>
                  <a:pt x="3954152" y="-18969"/>
                  <a:pt x="4223426" y="0"/>
                </a:cubicBezTo>
                <a:cubicBezTo>
                  <a:pt x="4492700" y="18969"/>
                  <a:pt x="4581115" y="22547"/>
                  <a:pt x="4806925" y="0"/>
                </a:cubicBezTo>
                <a:cubicBezTo>
                  <a:pt x="5032735" y="-22547"/>
                  <a:pt x="5197989" y="17690"/>
                  <a:pt x="5557139" y="0"/>
                </a:cubicBezTo>
                <a:cubicBezTo>
                  <a:pt x="5542676" y="239817"/>
                  <a:pt x="5574121" y="359662"/>
                  <a:pt x="5557139" y="535164"/>
                </a:cubicBezTo>
                <a:cubicBezTo>
                  <a:pt x="5540157" y="710666"/>
                  <a:pt x="5551856" y="991047"/>
                  <a:pt x="5557139" y="1260006"/>
                </a:cubicBezTo>
                <a:cubicBezTo>
                  <a:pt x="5562422" y="1528965"/>
                  <a:pt x="5545471" y="1733947"/>
                  <a:pt x="5557139" y="1890009"/>
                </a:cubicBezTo>
                <a:cubicBezTo>
                  <a:pt x="5568807" y="2046071"/>
                  <a:pt x="5569742" y="2218794"/>
                  <a:pt x="5557139" y="2472592"/>
                </a:cubicBezTo>
                <a:cubicBezTo>
                  <a:pt x="5544536" y="2726390"/>
                  <a:pt x="5569409" y="2988799"/>
                  <a:pt x="5557139" y="3150014"/>
                </a:cubicBezTo>
                <a:cubicBezTo>
                  <a:pt x="5544869" y="3311229"/>
                  <a:pt x="5572226" y="3619756"/>
                  <a:pt x="5557139" y="3827437"/>
                </a:cubicBezTo>
                <a:cubicBezTo>
                  <a:pt x="5542052" y="4035118"/>
                  <a:pt x="5568053" y="4308637"/>
                  <a:pt x="5557139" y="4741957"/>
                </a:cubicBezTo>
                <a:cubicBezTo>
                  <a:pt x="5371117" y="4733209"/>
                  <a:pt x="5094612" y="4710388"/>
                  <a:pt x="4862497" y="4741957"/>
                </a:cubicBezTo>
                <a:cubicBezTo>
                  <a:pt x="4630382" y="4773526"/>
                  <a:pt x="4509335" y="4726269"/>
                  <a:pt x="4334568" y="4741957"/>
                </a:cubicBezTo>
                <a:cubicBezTo>
                  <a:pt x="4159801" y="4757645"/>
                  <a:pt x="4058581" y="4727939"/>
                  <a:pt x="3806640" y="4741957"/>
                </a:cubicBezTo>
                <a:cubicBezTo>
                  <a:pt x="3554699" y="4755975"/>
                  <a:pt x="3247606" y="4777130"/>
                  <a:pt x="3000855" y="4741957"/>
                </a:cubicBezTo>
                <a:cubicBezTo>
                  <a:pt x="2754105" y="4706784"/>
                  <a:pt x="2599207" y="4751376"/>
                  <a:pt x="2417355" y="4741957"/>
                </a:cubicBezTo>
                <a:cubicBezTo>
                  <a:pt x="2235503" y="4732538"/>
                  <a:pt x="2016685" y="4756085"/>
                  <a:pt x="1667142" y="4741957"/>
                </a:cubicBezTo>
                <a:cubicBezTo>
                  <a:pt x="1317599" y="4727829"/>
                  <a:pt x="1317924" y="4768704"/>
                  <a:pt x="1028071" y="4741957"/>
                </a:cubicBezTo>
                <a:cubicBezTo>
                  <a:pt x="738218" y="4715210"/>
                  <a:pt x="295382" y="4719483"/>
                  <a:pt x="0" y="4741957"/>
                </a:cubicBezTo>
                <a:cubicBezTo>
                  <a:pt x="9878" y="4513435"/>
                  <a:pt x="-32637" y="4217078"/>
                  <a:pt x="0" y="4064535"/>
                </a:cubicBezTo>
                <a:cubicBezTo>
                  <a:pt x="32637" y="3911992"/>
                  <a:pt x="11964" y="3597975"/>
                  <a:pt x="0" y="3339693"/>
                </a:cubicBezTo>
                <a:cubicBezTo>
                  <a:pt x="-11964" y="3081411"/>
                  <a:pt x="-14774" y="2920915"/>
                  <a:pt x="0" y="2757109"/>
                </a:cubicBezTo>
                <a:cubicBezTo>
                  <a:pt x="14774" y="2593303"/>
                  <a:pt x="-2958" y="2362790"/>
                  <a:pt x="0" y="2127106"/>
                </a:cubicBezTo>
                <a:cubicBezTo>
                  <a:pt x="2958" y="1891422"/>
                  <a:pt x="25027" y="1680124"/>
                  <a:pt x="0" y="1354845"/>
                </a:cubicBezTo>
                <a:cubicBezTo>
                  <a:pt x="-25027" y="1029566"/>
                  <a:pt x="17033" y="971115"/>
                  <a:pt x="0" y="630003"/>
                </a:cubicBezTo>
                <a:cubicBezTo>
                  <a:pt x="-17033" y="288891"/>
                  <a:pt x="-26445" y="140972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Event details and trade</a:t>
            </a:r>
            <a:endParaRPr lang="en-IL" sz="28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9B7DB2-02B6-6B67-324D-6BA21B074189}"/>
              </a:ext>
            </a:extLst>
          </p:cNvPr>
          <p:cNvSpPr/>
          <p:nvPr/>
        </p:nvSpPr>
        <p:spPr>
          <a:xfrm>
            <a:off x="644368" y="1868675"/>
            <a:ext cx="4930319" cy="674226"/>
          </a:xfrm>
          <a:custGeom>
            <a:avLst/>
            <a:gdLst>
              <a:gd name="csX0" fmla="*/ 0 w 4930319"/>
              <a:gd name="csY0" fmla="*/ 0 h 674226"/>
              <a:gd name="csX1" fmla="*/ 665593 w 4930319"/>
              <a:gd name="csY1" fmla="*/ 0 h 674226"/>
              <a:gd name="csX2" fmla="*/ 1281883 w 4930319"/>
              <a:gd name="csY2" fmla="*/ 0 h 674226"/>
              <a:gd name="csX3" fmla="*/ 1996779 w 4930319"/>
              <a:gd name="csY3" fmla="*/ 0 h 674226"/>
              <a:gd name="csX4" fmla="*/ 2563766 w 4930319"/>
              <a:gd name="csY4" fmla="*/ 0 h 674226"/>
              <a:gd name="csX5" fmla="*/ 3180056 w 4930319"/>
              <a:gd name="csY5" fmla="*/ 0 h 674226"/>
              <a:gd name="csX6" fmla="*/ 3796346 w 4930319"/>
              <a:gd name="csY6" fmla="*/ 0 h 674226"/>
              <a:gd name="csX7" fmla="*/ 4930319 w 4930319"/>
              <a:gd name="csY7" fmla="*/ 0 h 674226"/>
              <a:gd name="csX8" fmla="*/ 4930319 w 4930319"/>
              <a:gd name="csY8" fmla="*/ 674226 h 674226"/>
              <a:gd name="csX9" fmla="*/ 4314029 w 4930319"/>
              <a:gd name="csY9" fmla="*/ 674226 h 674226"/>
              <a:gd name="csX10" fmla="*/ 3599133 w 4930319"/>
              <a:gd name="csY10" fmla="*/ 674226 h 674226"/>
              <a:gd name="csX11" fmla="*/ 3032146 w 4930319"/>
              <a:gd name="csY11" fmla="*/ 674226 h 674226"/>
              <a:gd name="csX12" fmla="*/ 2514463 w 4930319"/>
              <a:gd name="csY12" fmla="*/ 674226 h 674226"/>
              <a:gd name="csX13" fmla="*/ 1848870 w 4930319"/>
              <a:gd name="csY13" fmla="*/ 674226 h 674226"/>
              <a:gd name="csX14" fmla="*/ 1331186 w 4930319"/>
              <a:gd name="csY14" fmla="*/ 674226 h 674226"/>
              <a:gd name="csX15" fmla="*/ 862806 w 4930319"/>
              <a:gd name="csY15" fmla="*/ 674226 h 674226"/>
              <a:gd name="csX16" fmla="*/ 0 w 4930319"/>
              <a:gd name="csY16" fmla="*/ 674226 h 674226"/>
              <a:gd name="csX17" fmla="*/ 0 w 4930319"/>
              <a:gd name="csY17" fmla="*/ 0 h 6742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930319" h="674226" fill="none" extrusionOk="0">
                <a:moveTo>
                  <a:pt x="0" y="0"/>
                </a:moveTo>
                <a:cubicBezTo>
                  <a:pt x="265373" y="12511"/>
                  <a:pt x="432486" y="17294"/>
                  <a:pt x="665593" y="0"/>
                </a:cubicBezTo>
                <a:cubicBezTo>
                  <a:pt x="898700" y="-17294"/>
                  <a:pt x="1041496" y="-25120"/>
                  <a:pt x="1281883" y="0"/>
                </a:cubicBezTo>
                <a:cubicBezTo>
                  <a:pt x="1522270" y="25120"/>
                  <a:pt x="1838236" y="22535"/>
                  <a:pt x="1996779" y="0"/>
                </a:cubicBezTo>
                <a:cubicBezTo>
                  <a:pt x="2155322" y="-22535"/>
                  <a:pt x="2378731" y="-28295"/>
                  <a:pt x="2563766" y="0"/>
                </a:cubicBezTo>
                <a:cubicBezTo>
                  <a:pt x="2748801" y="28295"/>
                  <a:pt x="2884139" y="4690"/>
                  <a:pt x="3180056" y="0"/>
                </a:cubicBezTo>
                <a:cubicBezTo>
                  <a:pt x="3475973" y="-4690"/>
                  <a:pt x="3625198" y="27908"/>
                  <a:pt x="3796346" y="0"/>
                </a:cubicBezTo>
                <a:cubicBezTo>
                  <a:pt x="3967494" y="-27908"/>
                  <a:pt x="4452753" y="6988"/>
                  <a:pt x="4930319" y="0"/>
                </a:cubicBezTo>
                <a:cubicBezTo>
                  <a:pt x="4943566" y="309443"/>
                  <a:pt x="4936728" y="427187"/>
                  <a:pt x="4930319" y="674226"/>
                </a:cubicBezTo>
                <a:cubicBezTo>
                  <a:pt x="4649580" y="683647"/>
                  <a:pt x="4549730" y="674263"/>
                  <a:pt x="4314029" y="674226"/>
                </a:cubicBezTo>
                <a:cubicBezTo>
                  <a:pt x="4078328" y="674190"/>
                  <a:pt x="3914277" y="673331"/>
                  <a:pt x="3599133" y="674226"/>
                </a:cubicBezTo>
                <a:cubicBezTo>
                  <a:pt x="3283989" y="675121"/>
                  <a:pt x="3154182" y="680866"/>
                  <a:pt x="3032146" y="674226"/>
                </a:cubicBezTo>
                <a:cubicBezTo>
                  <a:pt x="2910110" y="667586"/>
                  <a:pt x="2714549" y="693608"/>
                  <a:pt x="2514463" y="674226"/>
                </a:cubicBezTo>
                <a:cubicBezTo>
                  <a:pt x="2314377" y="654844"/>
                  <a:pt x="2078563" y="665967"/>
                  <a:pt x="1848870" y="674226"/>
                </a:cubicBezTo>
                <a:cubicBezTo>
                  <a:pt x="1619177" y="682485"/>
                  <a:pt x="1444622" y="674449"/>
                  <a:pt x="1331186" y="674226"/>
                </a:cubicBezTo>
                <a:cubicBezTo>
                  <a:pt x="1217750" y="674003"/>
                  <a:pt x="995235" y="676153"/>
                  <a:pt x="862806" y="674226"/>
                </a:cubicBezTo>
                <a:cubicBezTo>
                  <a:pt x="730377" y="672299"/>
                  <a:pt x="393481" y="692617"/>
                  <a:pt x="0" y="674226"/>
                </a:cubicBezTo>
                <a:cubicBezTo>
                  <a:pt x="13325" y="484229"/>
                  <a:pt x="-18256" y="297376"/>
                  <a:pt x="0" y="0"/>
                </a:cubicBezTo>
                <a:close/>
              </a:path>
              <a:path w="4930319" h="674226" stroke="0" extrusionOk="0">
                <a:moveTo>
                  <a:pt x="0" y="0"/>
                </a:moveTo>
                <a:cubicBezTo>
                  <a:pt x="101296" y="20449"/>
                  <a:pt x="328179" y="21333"/>
                  <a:pt x="468380" y="0"/>
                </a:cubicBezTo>
                <a:cubicBezTo>
                  <a:pt x="608581" y="-21333"/>
                  <a:pt x="830229" y="-7731"/>
                  <a:pt x="1084670" y="0"/>
                </a:cubicBezTo>
                <a:cubicBezTo>
                  <a:pt x="1339111" y="7731"/>
                  <a:pt x="1607358" y="-34467"/>
                  <a:pt x="1799566" y="0"/>
                </a:cubicBezTo>
                <a:cubicBezTo>
                  <a:pt x="1991774" y="34467"/>
                  <a:pt x="2140188" y="20678"/>
                  <a:pt x="2465160" y="0"/>
                </a:cubicBezTo>
                <a:cubicBezTo>
                  <a:pt x="2790132" y="-20678"/>
                  <a:pt x="2874405" y="-3644"/>
                  <a:pt x="3032146" y="0"/>
                </a:cubicBezTo>
                <a:cubicBezTo>
                  <a:pt x="3189887" y="3644"/>
                  <a:pt x="3443103" y="-21775"/>
                  <a:pt x="3747042" y="0"/>
                </a:cubicBezTo>
                <a:cubicBezTo>
                  <a:pt x="4050981" y="21775"/>
                  <a:pt x="4150616" y="17259"/>
                  <a:pt x="4264726" y="0"/>
                </a:cubicBezTo>
                <a:cubicBezTo>
                  <a:pt x="4378836" y="-17259"/>
                  <a:pt x="4663946" y="28665"/>
                  <a:pt x="4930319" y="0"/>
                </a:cubicBezTo>
                <a:cubicBezTo>
                  <a:pt x="4899453" y="270619"/>
                  <a:pt x="4942557" y="508435"/>
                  <a:pt x="4930319" y="674226"/>
                </a:cubicBezTo>
                <a:cubicBezTo>
                  <a:pt x="4736756" y="677591"/>
                  <a:pt x="4401914" y="689020"/>
                  <a:pt x="4264726" y="674226"/>
                </a:cubicBezTo>
                <a:cubicBezTo>
                  <a:pt x="4127538" y="659432"/>
                  <a:pt x="3896233" y="674644"/>
                  <a:pt x="3697739" y="674226"/>
                </a:cubicBezTo>
                <a:cubicBezTo>
                  <a:pt x="3499245" y="673808"/>
                  <a:pt x="3361164" y="686388"/>
                  <a:pt x="3180056" y="674226"/>
                </a:cubicBezTo>
                <a:cubicBezTo>
                  <a:pt x="2998948" y="662064"/>
                  <a:pt x="2843303" y="688904"/>
                  <a:pt x="2662372" y="674226"/>
                </a:cubicBezTo>
                <a:cubicBezTo>
                  <a:pt x="2481441" y="659548"/>
                  <a:pt x="2288207" y="688623"/>
                  <a:pt x="2046082" y="674226"/>
                </a:cubicBezTo>
                <a:cubicBezTo>
                  <a:pt x="1803957" y="659830"/>
                  <a:pt x="1741056" y="697610"/>
                  <a:pt x="1577702" y="674226"/>
                </a:cubicBezTo>
                <a:cubicBezTo>
                  <a:pt x="1414348" y="650842"/>
                  <a:pt x="1211589" y="664712"/>
                  <a:pt x="1010715" y="674226"/>
                </a:cubicBezTo>
                <a:cubicBezTo>
                  <a:pt x="809841" y="683740"/>
                  <a:pt x="658614" y="670158"/>
                  <a:pt x="542335" y="674226"/>
                </a:cubicBezTo>
                <a:cubicBezTo>
                  <a:pt x="426056" y="678294"/>
                  <a:pt x="129875" y="694228"/>
                  <a:pt x="0" y="674226"/>
                </a:cubicBezTo>
                <a:cubicBezTo>
                  <a:pt x="-929" y="397593"/>
                  <a:pt x="-26941" y="141417"/>
                  <a:pt x="0" y="0"/>
                </a:cubicBezTo>
                <a:close/>
              </a:path>
            </a:pathLst>
          </a:custGeom>
          <a:solidFill>
            <a:srgbClr val="F103E6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Filter Line: By event method | By status (active\terminated) | By Commission method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BFD42-1364-0A71-F618-8D8BC1A2FC2B}"/>
              </a:ext>
            </a:extLst>
          </p:cNvPr>
          <p:cNvSpPr/>
          <p:nvPr/>
        </p:nvSpPr>
        <p:spPr>
          <a:xfrm>
            <a:off x="492614" y="1362206"/>
            <a:ext cx="837996" cy="295741"/>
          </a:xfrm>
          <a:custGeom>
            <a:avLst/>
            <a:gdLst>
              <a:gd name="csX0" fmla="*/ 0 w 837996"/>
              <a:gd name="csY0" fmla="*/ 0 h 295741"/>
              <a:gd name="csX1" fmla="*/ 393858 w 837996"/>
              <a:gd name="csY1" fmla="*/ 0 h 295741"/>
              <a:gd name="csX2" fmla="*/ 837996 w 837996"/>
              <a:gd name="csY2" fmla="*/ 0 h 295741"/>
              <a:gd name="csX3" fmla="*/ 837996 w 837996"/>
              <a:gd name="csY3" fmla="*/ 295741 h 295741"/>
              <a:gd name="csX4" fmla="*/ 435758 w 837996"/>
              <a:gd name="csY4" fmla="*/ 295741 h 295741"/>
              <a:gd name="csX5" fmla="*/ 0 w 837996"/>
              <a:gd name="csY5" fmla="*/ 295741 h 295741"/>
              <a:gd name="csX6" fmla="*/ 0 w 837996"/>
              <a:gd name="csY6" fmla="*/ 0 h 295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7996" h="295741" fill="none" extrusionOk="0">
                <a:moveTo>
                  <a:pt x="0" y="0"/>
                </a:moveTo>
                <a:cubicBezTo>
                  <a:pt x="172632" y="12752"/>
                  <a:pt x="228926" y="18913"/>
                  <a:pt x="393858" y="0"/>
                </a:cubicBezTo>
                <a:cubicBezTo>
                  <a:pt x="558790" y="-18913"/>
                  <a:pt x="632394" y="22125"/>
                  <a:pt x="837996" y="0"/>
                </a:cubicBezTo>
                <a:cubicBezTo>
                  <a:pt x="843391" y="63081"/>
                  <a:pt x="825609" y="171962"/>
                  <a:pt x="837996" y="295741"/>
                </a:cubicBezTo>
                <a:cubicBezTo>
                  <a:pt x="698529" y="280107"/>
                  <a:pt x="542820" y="302237"/>
                  <a:pt x="435758" y="295741"/>
                </a:cubicBezTo>
                <a:cubicBezTo>
                  <a:pt x="328696" y="289245"/>
                  <a:pt x="205694" y="309646"/>
                  <a:pt x="0" y="295741"/>
                </a:cubicBezTo>
                <a:cubicBezTo>
                  <a:pt x="-1598" y="207137"/>
                  <a:pt x="-237" y="140539"/>
                  <a:pt x="0" y="0"/>
                </a:cubicBezTo>
                <a:close/>
              </a:path>
              <a:path w="837996" h="295741" stroke="0" extrusionOk="0">
                <a:moveTo>
                  <a:pt x="0" y="0"/>
                </a:moveTo>
                <a:cubicBezTo>
                  <a:pt x="94140" y="9464"/>
                  <a:pt x="231630" y="1761"/>
                  <a:pt x="393858" y="0"/>
                </a:cubicBezTo>
                <a:cubicBezTo>
                  <a:pt x="556086" y="-1761"/>
                  <a:pt x="670306" y="7657"/>
                  <a:pt x="837996" y="0"/>
                </a:cubicBezTo>
                <a:cubicBezTo>
                  <a:pt x="824401" y="61648"/>
                  <a:pt x="839614" y="222912"/>
                  <a:pt x="837996" y="295741"/>
                </a:cubicBezTo>
                <a:cubicBezTo>
                  <a:pt x="699827" y="312354"/>
                  <a:pt x="608254" y="286336"/>
                  <a:pt x="427378" y="295741"/>
                </a:cubicBezTo>
                <a:cubicBezTo>
                  <a:pt x="246502" y="305146"/>
                  <a:pt x="201198" y="295789"/>
                  <a:pt x="0" y="295741"/>
                </a:cubicBezTo>
                <a:cubicBezTo>
                  <a:pt x="-3" y="161036"/>
                  <a:pt x="-10662" y="79795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Events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136EA0-DAD2-031A-E9D4-4EE24F2B5EF3}"/>
              </a:ext>
            </a:extLst>
          </p:cNvPr>
          <p:cNvSpPr/>
          <p:nvPr/>
        </p:nvSpPr>
        <p:spPr>
          <a:xfrm>
            <a:off x="1444459" y="1423587"/>
            <a:ext cx="1026131" cy="203726"/>
          </a:xfrm>
          <a:custGeom>
            <a:avLst/>
            <a:gdLst>
              <a:gd name="csX0" fmla="*/ 0 w 1026131"/>
              <a:gd name="csY0" fmla="*/ 0 h 203726"/>
              <a:gd name="csX1" fmla="*/ 482282 w 1026131"/>
              <a:gd name="csY1" fmla="*/ 0 h 203726"/>
              <a:gd name="csX2" fmla="*/ 1026131 w 1026131"/>
              <a:gd name="csY2" fmla="*/ 0 h 203726"/>
              <a:gd name="csX3" fmla="*/ 1026131 w 1026131"/>
              <a:gd name="csY3" fmla="*/ 203726 h 203726"/>
              <a:gd name="csX4" fmla="*/ 533588 w 1026131"/>
              <a:gd name="csY4" fmla="*/ 203726 h 203726"/>
              <a:gd name="csX5" fmla="*/ 0 w 1026131"/>
              <a:gd name="csY5" fmla="*/ 203726 h 203726"/>
              <a:gd name="csX6" fmla="*/ 0 w 1026131"/>
              <a:gd name="csY6" fmla="*/ 0 h 2037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6131" h="203726" fill="none" extrusionOk="0">
                <a:moveTo>
                  <a:pt x="0" y="0"/>
                </a:moveTo>
                <a:cubicBezTo>
                  <a:pt x="145322" y="-14568"/>
                  <a:pt x="300827" y="-11021"/>
                  <a:pt x="482282" y="0"/>
                </a:cubicBezTo>
                <a:cubicBezTo>
                  <a:pt x="663737" y="11021"/>
                  <a:pt x="898030" y="16573"/>
                  <a:pt x="1026131" y="0"/>
                </a:cubicBezTo>
                <a:cubicBezTo>
                  <a:pt x="1018863" y="64946"/>
                  <a:pt x="1030309" y="103122"/>
                  <a:pt x="1026131" y="203726"/>
                </a:cubicBezTo>
                <a:cubicBezTo>
                  <a:pt x="875219" y="196809"/>
                  <a:pt x="649576" y="214940"/>
                  <a:pt x="533588" y="203726"/>
                </a:cubicBezTo>
                <a:cubicBezTo>
                  <a:pt x="417600" y="192512"/>
                  <a:pt x="225513" y="210929"/>
                  <a:pt x="0" y="203726"/>
                </a:cubicBezTo>
                <a:cubicBezTo>
                  <a:pt x="-5646" y="140208"/>
                  <a:pt x="4479" y="45066"/>
                  <a:pt x="0" y="0"/>
                </a:cubicBezTo>
                <a:close/>
              </a:path>
              <a:path w="1026131" h="203726" stroke="0" extrusionOk="0">
                <a:moveTo>
                  <a:pt x="0" y="0"/>
                </a:moveTo>
                <a:cubicBezTo>
                  <a:pt x="163008" y="23620"/>
                  <a:pt x="338520" y="21083"/>
                  <a:pt x="482282" y="0"/>
                </a:cubicBezTo>
                <a:cubicBezTo>
                  <a:pt x="626044" y="-21083"/>
                  <a:pt x="761948" y="-22640"/>
                  <a:pt x="1026131" y="0"/>
                </a:cubicBezTo>
                <a:cubicBezTo>
                  <a:pt x="1017794" y="95212"/>
                  <a:pt x="1017735" y="115656"/>
                  <a:pt x="1026131" y="203726"/>
                </a:cubicBezTo>
                <a:cubicBezTo>
                  <a:pt x="857172" y="185971"/>
                  <a:pt x="663838" y="187401"/>
                  <a:pt x="523327" y="203726"/>
                </a:cubicBezTo>
                <a:cubicBezTo>
                  <a:pt x="382816" y="220051"/>
                  <a:pt x="128715" y="220597"/>
                  <a:pt x="0" y="203726"/>
                </a:cubicBezTo>
                <a:cubicBezTo>
                  <a:pt x="2698" y="121121"/>
                  <a:pt x="4822" y="56853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Users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CE84FE-7440-DB3C-8D19-F06251436577}"/>
              </a:ext>
            </a:extLst>
          </p:cNvPr>
          <p:cNvSpPr/>
          <p:nvPr/>
        </p:nvSpPr>
        <p:spPr>
          <a:xfrm>
            <a:off x="6201507" y="2307305"/>
            <a:ext cx="2658732" cy="2356136"/>
          </a:xfrm>
          <a:custGeom>
            <a:avLst/>
            <a:gdLst>
              <a:gd name="csX0" fmla="*/ 0 w 2658732"/>
              <a:gd name="csY0" fmla="*/ 0 h 2356136"/>
              <a:gd name="csX1" fmla="*/ 611508 w 2658732"/>
              <a:gd name="csY1" fmla="*/ 0 h 2356136"/>
              <a:gd name="csX2" fmla="*/ 1196429 w 2658732"/>
              <a:gd name="csY2" fmla="*/ 0 h 2356136"/>
              <a:gd name="csX3" fmla="*/ 1887700 w 2658732"/>
              <a:gd name="csY3" fmla="*/ 0 h 2356136"/>
              <a:gd name="csX4" fmla="*/ 2658732 w 2658732"/>
              <a:gd name="csY4" fmla="*/ 0 h 2356136"/>
              <a:gd name="csX5" fmla="*/ 2658732 w 2658732"/>
              <a:gd name="csY5" fmla="*/ 589034 h 2356136"/>
              <a:gd name="csX6" fmla="*/ 2658732 w 2658732"/>
              <a:gd name="csY6" fmla="*/ 1178068 h 2356136"/>
              <a:gd name="csX7" fmla="*/ 2658732 w 2658732"/>
              <a:gd name="csY7" fmla="*/ 1814225 h 2356136"/>
              <a:gd name="csX8" fmla="*/ 2658732 w 2658732"/>
              <a:gd name="csY8" fmla="*/ 2356136 h 2356136"/>
              <a:gd name="csX9" fmla="*/ 2073811 w 2658732"/>
              <a:gd name="csY9" fmla="*/ 2356136 h 2356136"/>
              <a:gd name="csX10" fmla="*/ 1355953 w 2658732"/>
              <a:gd name="csY10" fmla="*/ 2356136 h 2356136"/>
              <a:gd name="csX11" fmla="*/ 664683 w 2658732"/>
              <a:gd name="csY11" fmla="*/ 2356136 h 2356136"/>
              <a:gd name="csX12" fmla="*/ 0 w 2658732"/>
              <a:gd name="csY12" fmla="*/ 2356136 h 2356136"/>
              <a:gd name="csX13" fmla="*/ 0 w 2658732"/>
              <a:gd name="csY13" fmla="*/ 1719979 h 2356136"/>
              <a:gd name="csX14" fmla="*/ 0 w 2658732"/>
              <a:gd name="csY14" fmla="*/ 1178068 h 2356136"/>
              <a:gd name="csX15" fmla="*/ 0 w 2658732"/>
              <a:gd name="csY15" fmla="*/ 659718 h 2356136"/>
              <a:gd name="csX16" fmla="*/ 0 w 2658732"/>
              <a:gd name="csY16" fmla="*/ 0 h 235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58732" h="2356136" fill="none" extrusionOk="0">
                <a:moveTo>
                  <a:pt x="0" y="0"/>
                </a:moveTo>
                <a:cubicBezTo>
                  <a:pt x="269679" y="-21587"/>
                  <a:pt x="327551" y="5032"/>
                  <a:pt x="611508" y="0"/>
                </a:cubicBezTo>
                <a:cubicBezTo>
                  <a:pt x="895465" y="-5032"/>
                  <a:pt x="999582" y="-9451"/>
                  <a:pt x="1196429" y="0"/>
                </a:cubicBezTo>
                <a:cubicBezTo>
                  <a:pt x="1393276" y="9451"/>
                  <a:pt x="1589137" y="28643"/>
                  <a:pt x="1887700" y="0"/>
                </a:cubicBezTo>
                <a:cubicBezTo>
                  <a:pt x="2186263" y="-28643"/>
                  <a:pt x="2341386" y="-23682"/>
                  <a:pt x="2658732" y="0"/>
                </a:cubicBezTo>
                <a:cubicBezTo>
                  <a:pt x="2661524" y="133668"/>
                  <a:pt x="2681884" y="362399"/>
                  <a:pt x="2658732" y="589034"/>
                </a:cubicBezTo>
                <a:cubicBezTo>
                  <a:pt x="2635580" y="815669"/>
                  <a:pt x="2666324" y="909946"/>
                  <a:pt x="2658732" y="1178068"/>
                </a:cubicBezTo>
                <a:cubicBezTo>
                  <a:pt x="2651140" y="1446190"/>
                  <a:pt x="2661200" y="1678852"/>
                  <a:pt x="2658732" y="1814225"/>
                </a:cubicBezTo>
                <a:cubicBezTo>
                  <a:pt x="2656264" y="1949598"/>
                  <a:pt x="2662451" y="2197404"/>
                  <a:pt x="2658732" y="2356136"/>
                </a:cubicBezTo>
                <a:cubicBezTo>
                  <a:pt x="2452875" y="2347779"/>
                  <a:pt x="2221946" y="2336287"/>
                  <a:pt x="2073811" y="2356136"/>
                </a:cubicBezTo>
                <a:cubicBezTo>
                  <a:pt x="1925676" y="2375985"/>
                  <a:pt x="1708467" y="2380980"/>
                  <a:pt x="1355953" y="2356136"/>
                </a:cubicBezTo>
                <a:cubicBezTo>
                  <a:pt x="1003439" y="2331292"/>
                  <a:pt x="958273" y="2388008"/>
                  <a:pt x="664683" y="2356136"/>
                </a:cubicBezTo>
                <a:cubicBezTo>
                  <a:pt x="371093" y="2324265"/>
                  <a:pt x="324113" y="2342475"/>
                  <a:pt x="0" y="2356136"/>
                </a:cubicBezTo>
                <a:cubicBezTo>
                  <a:pt x="-4989" y="2147443"/>
                  <a:pt x="20676" y="1946026"/>
                  <a:pt x="0" y="1719979"/>
                </a:cubicBezTo>
                <a:cubicBezTo>
                  <a:pt x="-20676" y="1493932"/>
                  <a:pt x="12281" y="1395807"/>
                  <a:pt x="0" y="1178068"/>
                </a:cubicBezTo>
                <a:cubicBezTo>
                  <a:pt x="-12281" y="960329"/>
                  <a:pt x="20410" y="849795"/>
                  <a:pt x="0" y="659718"/>
                </a:cubicBezTo>
                <a:cubicBezTo>
                  <a:pt x="-20410" y="469641"/>
                  <a:pt x="-25124" y="257422"/>
                  <a:pt x="0" y="0"/>
                </a:cubicBezTo>
                <a:close/>
              </a:path>
              <a:path w="2658732" h="2356136" stroke="0" extrusionOk="0">
                <a:moveTo>
                  <a:pt x="0" y="0"/>
                </a:moveTo>
                <a:cubicBezTo>
                  <a:pt x="203010" y="20483"/>
                  <a:pt x="360973" y="-16138"/>
                  <a:pt x="584921" y="0"/>
                </a:cubicBezTo>
                <a:cubicBezTo>
                  <a:pt x="808869" y="16138"/>
                  <a:pt x="986727" y="-9532"/>
                  <a:pt x="1249604" y="0"/>
                </a:cubicBezTo>
                <a:cubicBezTo>
                  <a:pt x="1512481" y="9532"/>
                  <a:pt x="1721974" y="30905"/>
                  <a:pt x="1967462" y="0"/>
                </a:cubicBezTo>
                <a:cubicBezTo>
                  <a:pt x="2212950" y="-30905"/>
                  <a:pt x="2495746" y="-22057"/>
                  <a:pt x="2658732" y="0"/>
                </a:cubicBezTo>
                <a:cubicBezTo>
                  <a:pt x="2683245" y="261791"/>
                  <a:pt x="2647759" y="385738"/>
                  <a:pt x="2658732" y="565473"/>
                </a:cubicBezTo>
                <a:cubicBezTo>
                  <a:pt x="2669705" y="745208"/>
                  <a:pt x="2637716" y="948050"/>
                  <a:pt x="2658732" y="1201629"/>
                </a:cubicBezTo>
                <a:cubicBezTo>
                  <a:pt x="2679748" y="1455208"/>
                  <a:pt x="2672452" y="1552984"/>
                  <a:pt x="2658732" y="1743541"/>
                </a:cubicBezTo>
                <a:cubicBezTo>
                  <a:pt x="2645012" y="1934098"/>
                  <a:pt x="2653846" y="2137183"/>
                  <a:pt x="2658732" y="2356136"/>
                </a:cubicBezTo>
                <a:cubicBezTo>
                  <a:pt x="2484589" y="2364125"/>
                  <a:pt x="2231694" y="2376407"/>
                  <a:pt x="2020636" y="2356136"/>
                </a:cubicBezTo>
                <a:cubicBezTo>
                  <a:pt x="1809578" y="2335865"/>
                  <a:pt x="1671635" y="2342582"/>
                  <a:pt x="1355953" y="2356136"/>
                </a:cubicBezTo>
                <a:cubicBezTo>
                  <a:pt x="1040271" y="2369690"/>
                  <a:pt x="912215" y="2370321"/>
                  <a:pt x="717858" y="2356136"/>
                </a:cubicBezTo>
                <a:cubicBezTo>
                  <a:pt x="523501" y="2341951"/>
                  <a:pt x="220238" y="2381082"/>
                  <a:pt x="0" y="2356136"/>
                </a:cubicBezTo>
                <a:cubicBezTo>
                  <a:pt x="7452" y="2090309"/>
                  <a:pt x="-24494" y="1945656"/>
                  <a:pt x="0" y="1814225"/>
                </a:cubicBezTo>
                <a:cubicBezTo>
                  <a:pt x="24494" y="1682794"/>
                  <a:pt x="-30790" y="1328132"/>
                  <a:pt x="0" y="1178068"/>
                </a:cubicBezTo>
                <a:cubicBezTo>
                  <a:pt x="30790" y="1028004"/>
                  <a:pt x="21502" y="718511"/>
                  <a:pt x="0" y="589034"/>
                </a:cubicBezTo>
                <a:cubicBezTo>
                  <a:pt x="-21502" y="459557"/>
                  <a:pt x="-8226" y="219861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Option 1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order book</a:t>
            </a:r>
            <a:endParaRPr lang="en-IL" sz="2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2C0B85-E77E-A920-ED4F-51095CD3A351}"/>
              </a:ext>
            </a:extLst>
          </p:cNvPr>
          <p:cNvSpPr/>
          <p:nvPr/>
        </p:nvSpPr>
        <p:spPr>
          <a:xfrm>
            <a:off x="8969207" y="2307305"/>
            <a:ext cx="2578425" cy="2356136"/>
          </a:xfrm>
          <a:custGeom>
            <a:avLst/>
            <a:gdLst>
              <a:gd name="csX0" fmla="*/ 0 w 2578425"/>
              <a:gd name="csY0" fmla="*/ 0 h 2356136"/>
              <a:gd name="csX1" fmla="*/ 593038 w 2578425"/>
              <a:gd name="csY1" fmla="*/ 0 h 2356136"/>
              <a:gd name="csX2" fmla="*/ 1160291 w 2578425"/>
              <a:gd name="csY2" fmla="*/ 0 h 2356136"/>
              <a:gd name="csX3" fmla="*/ 1830682 w 2578425"/>
              <a:gd name="csY3" fmla="*/ 0 h 2356136"/>
              <a:gd name="csX4" fmla="*/ 2578425 w 2578425"/>
              <a:gd name="csY4" fmla="*/ 0 h 2356136"/>
              <a:gd name="csX5" fmla="*/ 2578425 w 2578425"/>
              <a:gd name="csY5" fmla="*/ 589034 h 2356136"/>
              <a:gd name="csX6" fmla="*/ 2578425 w 2578425"/>
              <a:gd name="csY6" fmla="*/ 1178068 h 2356136"/>
              <a:gd name="csX7" fmla="*/ 2578425 w 2578425"/>
              <a:gd name="csY7" fmla="*/ 1814225 h 2356136"/>
              <a:gd name="csX8" fmla="*/ 2578425 w 2578425"/>
              <a:gd name="csY8" fmla="*/ 2356136 h 2356136"/>
              <a:gd name="csX9" fmla="*/ 2011172 w 2578425"/>
              <a:gd name="csY9" fmla="*/ 2356136 h 2356136"/>
              <a:gd name="csX10" fmla="*/ 1314997 w 2578425"/>
              <a:gd name="csY10" fmla="*/ 2356136 h 2356136"/>
              <a:gd name="csX11" fmla="*/ 644606 w 2578425"/>
              <a:gd name="csY11" fmla="*/ 2356136 h 2356136"/>
              <a:gd name="csX12" fmla="*/ 0 w 2578425"/>
              <a:gd name="csY12" fmla="*/ 2356136 h 2356136"/>
              <a:gd name="csX13" fmla="*/ 0 w 2578425"/>
              <a:gd name="csY13" fmla="*/ 1719979 h 2356136"/>
              <a:gd name="csX14" fmla="*/ 0 w 2578425"/>
              <a:gd name="csY14" fmla="*/ 1178068 h 2356136"/>
              <a:gd name="csX15" fmla="*/ 0 w 2578425"/>
              <a:gd name="csY15" fmla="*/ 659718 h 2356136"/>
              <a:gd name="csX16" fmla="*/ 0 w 2578425"/>
              <a:gd name="csY16" fmla="*/ 0 h 235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78425" h="2356136" fill="none" extrusionOk="0">
                <a:moveTo>
                  <a:pt x="0" y="0"/>
                </a:moveTo>
                <a:cubicBezTo>
                  <a:pt x="127197" y="2114"/>
                  <a:pt x="382616" y="-5577"/>
                  <a:pt x="593038" y="0"/>
                </a:cubicBezTo>
                <a:cubicBezTo>
                  <a:pt x="803460" y="5577"/>
                  <a:pt x="1042162" y="-13368"/>
                  <a:pt x="1160291" y="0"/>
                </a:cubicBezTo>
                <a:cubicBezTo>
                  <a:pt x="1278420" y="13368"/>
                  <a:pt x="1573912" y="-5333"/>
                  <a:pt x="1830682" y="0"/>
                </a:cubicBezTo>
                <a:cubicBezTo>
                  <a:pt x="2087452" y="5333"/>
                  <a:pt x="2324585" y="2857"/>
                  <a:pt x="2578425" y="0"/>
                </a:cubicBezTo>
                <a:cubicBezTo>
                  <a:pt x="2581217" y="133668"/>
                  <a:pt x="2601577" y="362399"/>
                  <a:pt x="2578425" y="589034"/>
                </a:cubicBezTo>
                <a:cubicBezTo>
                  <a:pt x="2555273" y="815669"/>
                  <a:pt x="2586017" y="909946"/>
                  <a:pt x="2578425" y="1178068"/>
                </a:cubicBezTo>
                <a:cubicBezTo>
                  <a:pt x="2570833" y="1446190"/>
                  <a:pt x="2580893" y="1678852"/>
                  <a:pt x="2578425" y="1814225"/>
                </a:cubicBezTo>
                <a:cubicBezTo>
                  <a:pt x="2575957" y="1949598"/>
                  <a:pt x="2582144" y="2197404"/>
                  <a:pt x="2578425" y="2356136"/>
                </a:cubicBezTo>
                <a:cubicBezTo>
                  <a:pt x="2364863" y="2360895"/>
                  <a:pt x="2243742" y="2332627"/>
                  <a:pt x="2011172" y="2356136"/>
                </a:cubicBezTo>
                <a:cubicBezTo>
                  <a:pt x="1778602" y="2379645"/>
                  <a:pt x="1491011" y="2384416"/>
                  <a:pt x="1314997" y="2356136"/>
                </a:cubicBezTo>
                <a:cubicBezTo>
                  <a:pt x="1138983" y="2327856"/>
                  <a:pt x="902806" y="2335211"/>
                  <a:pt x="644606" y="2356136"/>
                </a:cubicBezTo>
                <a:cubicBezTo>
                  <a:pt x="386406" y="2377061"/>
                  <a:pt x="150797" y="2362087"/>
                  <a:pt x="0" y="2356136"/>
                </a:cubicBezTo>
                <a:cubicBezTo>
                  <a:pt x="-4989" y="2147443"/>
                  <a:pt x="20676" y="1946026"/>
                  <a:pt x="0" y="1719979"/>
                </a:cubicBezTo>
                <a:cubicBezTo>
                  <a:pt x="-20676" y="1493932"/>
                  <a:pt x="12281" y="1395807"/>
                  <a:pt x="0" y="1178068"/>
                </a:cubicBezTo>
                <a:cubicBezTo>
                  <a:pt x="-12281" y="960329"/>
                  <a:pt x="20410" y="849795"/>
                  <a:pt x="0" y="659718"/>
                </a:cubicBezTo>
                <a:cubicBezTo>
                  <a:pt x="-20410" y="469641"/>
                  <a:pt x="-25124" y="257422"/>
                  <a:pt x="0" y="0"/>
                </a:cubicBezTo>
                <a:close/>
              </a:path>
              <a:path w="2578425" h="2356136" stroke="0" extrusionOk="0">
                <a:moveTo>
                  <a:pt x="0" y="0"/>
                </a:moveTo>
                <a:cubicBezTo>
                  <a:pt x="159935" y="-19370"/>
                  <a:pt x="371477" y="11425"/>
                  <a:pt x="567254" y="0"/>
                </a:cubicBezTo>
                <a:cubicBezTo>
                  <a:pt x="763031" y="-11425"/>
                  <a:pt x="965615" y="-476"/>
                  <a:pt x="1211860" y="0"/>
                </a:cubicBezTo>
                <a:cubicBezTo>
                  <a:pt x="1458105" y="476"/>
                  <a:pt x="1584495" y="15675"/>
                  <a:pt x="1908035" y="0"/>
                </a:cubicBezTo>
                <a:cubicBezTo>
                  <a:pt x="2231575" y="-15675"/>
                  <a:pt x="2337323" y="-24344"/>
                  <a:pt x="2578425" y="0"/>
                </a:cubicBezTo>
                <a:cubicBezTo>
                  <a:pt x="2602938" y="261791"/>
                  <a:pt x="2567452" y="385738"/>
                  <a:pt x="2578425" y="565473"/>
                </a:cubicBezTo>
                <a:cubicBezTo>
                  <a:pt x="2589398" y="745208"/>
                  <a:pt x="2557409" y="948050"/>
                  <a:pt x="2578425" y="1201629"/>
                </a:cubicBezTo>
                <a:cubicBezTo>
                  <a:pt x="2599441" y="1455208"/>
                  <a:pt x="2592145" y="1552984"/>
                  <a:pt x="2578425" y="1743541"/>
                </a:cubicBezTo>
                <a:cubicBezTo>
                  <a:pt x="2564705" y="1934098"/>
                  <a:pt x="2573539" y="2137183"/>
                  <a:pt x="2578425" y="2356136"/>
                </a:cubicBezTo>
                <a:cubicBezTo>
                  <a:pt x="2423794" y="2330617"/>
                  <a:pt x="2094106" y="2355527"/>
                  <a:pt x="1959603" y="2356136"/>
                </a:cubicBezTo>
                <a:cubicBezTo>
                  <a:pt x="1825100" y="2356745"/>
                  <a:pt x="1581382" y="2339060"/>
                  <a:pt x="1314997" y="2356136"/>
                </a:cubicBezTo>
                <a:cubicBezTo>
                  <a:pt x="1048612" y="2373212"/>
                  <a:pt x="841190" y="2361102"/>
                  <a:pt x="696175" y="2356136"/>
                </a:cubicBezTo>
                <a:cubicBezTo>
                  <a:pt x="551160" y="2351170"/>
                  <a:pt x="166315" y="2376793"/>
                  <a:pt x="0" y="2356136"/>
                </a:cubicBezTo>
                <a:cubicBezTo>
                  <a:pt x="7452" y="2090309"/>
                  <a:pt x="-24494" y="1945656"/>
                  <a:pt x="0" y="1814225"/>
                </a:cubicBezTo>
                <a:cubicBezTo>
                  <a:pt x="24494" y="1682794"/>
                  <a:pt x="-30790" y="1328132"/>
                  <a:pt x="0" y="1178068"/>
                </a:cubicBezTo>
                <a:cubicBezTo>
                  <a:pt x="30790" y="1028004"/>
                  <a:pt x="21502" y="718511"/>
                  <a:pt x="0" y="589034"/>
                </a:cubicBezTo>
                <a:cubicBezTo>
                  <a:pt x="-21502" y="459557"/>
                  <a:pt x="-8226" y="219861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Option 2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order book</a:t>
            </a:r>
            <a:endParaRPr lang="en-IL" sz="2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354BF8-CACD-BA0E-E2A3-1A29EFD20C5A}"/>
              </a:ext>
            </a:extLst>
          </p:cNvPr>
          <p:cNvSpPr/>
          <p:nvPr/>
        </p:nvSpPr>
        <p:spPr>
          <a:xfrm>
            <a:off x="6220815" y="4782828"/>
            <a:ext cx="5317376" cy="1567173"/>
          </a:xfrm>
          <a:custGeom>
            <a:avLst/>
            <a:gdLst>
              <a:gd name="csX0" fmla="*/ 0 w 5317376"/>
              <a:gd name="csY0" fmla="*/ 0 h 1567173"/>
              <a:gd name="csX1" fmla="*/ 664672 w 5317376"/>
              <a:gd name="csY1" fmla="*/ 0 h 1567173"/>
              <a:gd name="csX2" fmla="*/ 1329344 w 5317376"/>
              <a:gd name="csY2" fmla="*/ 0 h 1567173"/>
              <a:gd name="csX3" fmla="*/ 1994016 w 5317376"/>
              <a:gd name="csY3" fmla="*/ 0 h 1567173"/>
              <a:gd name="csX4" fmla="*/ 2765036 w 5317376"/>
              <a:gd name="csY4" fmla="*/ 0 h 1567173"/>
              <a:gd name="csX5" fmla="*/ 3536055 w 5317376"/>
              <a:gd name="csY5" fmla="*/ 0 h 1567173"/>
              <a:gd name="csX6" fmla="*/ 4307075 w 5317376"/>
              <a:gd name="csY6" fmla="*/ 0 h 1567173"/>
              <a:gd name="csX7" fmla="*/ 5317376 w 5317376"/>
              <a:gd name="csY7" fmla="*/ 0 h 1567173"/>
              <a:gd name="csX8" fmla="*/ 5317376 w 5317376"/>
              <a:gd name="csY8" fmla="*/ 506719 h 1567173"/>
              <a:gd name="csX9" fmla="*/ 5317376 w 5317376"/>
              <a:gd name="csY9" fmla="*/ 1013439 h 1567173"/>
              <a:gd name="csX10" fmla="*/ 5317376 w 5317376"/>
              <a:gd name="csY10" fmla="*/ 1567173 h 1567173"/>
              <a:gd name="csX11" fmla="*/ 4599530 w 5317376"/>
              <a:gd name="csY11" fmla="*/ 1567173 h 1567173"/>
              <a:gd name="csX12" fmla="*/ 4041206 w 5317376"/>
              <a:gd name="csY12" fmla="*/ 1567173 h 1567173"/>
              <a:gd name="csX13" fmla="*/ 3323360 w 5317376"/>
              <a:gd name="csY13" fmla="*/ 1567173 h 1567173"/>
              <a:gd name="csX14" fmla="*/ 2818209 w 5317376"/>
              <a:gd name="csY14" fmla="*/ 1567173 h 1567173"/>
              <a:gd name="csX15" fmla="*/ 2206711 w 5317376"/>
              <a:gd name="csY15" fmla="*/ 1567173 h 1567173"/>
              <a:gd name="csX16" fmla="*/ 1595213 w 5317376"/>
              <a:gd name="csY16" fmla="*/ 1567173 h 1567173"/>
              <a:gd name="csX17" fmla="*/ 1036888 w 5317376"/>
              <a:gd name="csY17" fmla="*/ 1567173 h 1567173"/>
              <a:gd name="csX18" fmla="*/ 0 w 5317376"/>
              <a:gd name="csY18" fmla="*/ 1567173 h 1567173"/>
              <a:gd name="csX19" fmla="*/ 0 w 5317376"/>
              <a:gd name="csY19" fmla="*/ 1091797 h 1567173"/>
              <a:gd name="csX20" fmla="*/ 0 w 5317376"/>
              <a:gd name="csY20" fmla="*/ 616421 h 1567173"/>
              <a:gd name="csX21" fmla="*/ 0 w 5317376"/>
              <a:gd name="csY21" fmla="*/ 0 h 15671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317376" h="1567173" fill="none" extrusionOk="0">
                <a:moveTo>
                  <a:pt x="0" y="0"/>
                </a:moveTo>
                <a:cubicBezTo>
                  <a:pt x="171736" y="7848"/>
                  <a:pt x="396338" y="2973"/>
                  <a:pt x="664672" y="0"/>
                </a:cubicBezTo>
                <a:cubicBezTo>
                  <a:pt x="933006" y="-2973"/>
                  <a:pt x="1125439" y="-5957"/>
                  <a:pt x="1329344" y="0"/>
                </a:cubicBezTo>
                <a:cubicBezTo>
                  <a:pt x="1533249" y="5957"/>
                  <a:pt x="1816233" y="-29592"/>
                  <a:pt x="1994016" y="0"/>
                </a:cubicBezTo>
                <a:cubicBezTo>
                  <a:pt x="2171799" y="29592"/>
                  <a:pt x="2558144" y="16748"/>
                  <a:pt x="2765036" y="0"/>
                </a:cubicBezTo>
                <a:cubicBezTo>
                  <a:pt x="2971928" y="-16748"/>
                  <a:pt x="3265832" y="30542"/>
                  <a:pt x="3536055" y="0"/>
                </a:cubicBezTo>
                <a:cubicBezTo>
                  <a:pt x="3806278" y="-30542"/>
                  <a:pt x="4096644" y="-23381"/>
                  <a:pt x="4307075" y="0"/>
                </a:cubicBezTo>
                <a:cubicBezTo>
                  <a:pt x="4517506" y="23381"/>
                  <a:pt x="4951979" y="-7020"/>
                  <a:pt x="5317376" y="0"/>
                </a:cubicBezTo>
                <a:cubicBezTo>
                  <a:pt x="5297965" y="220617"/>
                  <a:pt x="5302542" y="398315"/>
                  <a:pt x="5317376" y="506719"/>
                </a:cubicBezTo>
                <a:cubicBezTo>
                  <a:pt x="5332210" y="615123"/>
                  <a:pt x="5335010" y="787728"/>
                  <a:pt x="5317376" y="1013439"/>
                </a:cubicBezTo>
                <a:cubicBezTo>
                  <a:pt x="5299742" y="1239150"/>
                  <a:pt x="5300901" y="1391635"/>
                  <a:pt x="5317376" y="1567173"/>
                </a:cubicBezTo>
                <a:cubicBezTo>
                  <a:pt x="5113925" y="1576787"/>
                  <a:pt x="4950180" y="1554327"/>
                  <a:pt x="4599530" y="1567173"/>
                </a:cubicBezTo>
                <a:cubicBezTo>
                  <a:pt x="4248880" y="1580019"/>
                  <a:pt x="4160948" y="1574313"/>
                  <a:pt x="4041206" y="1567173"/>
                </a:cubicBezTo>
                <a:cubicBezTo>
                  <a:pt x="3921464" y="1560033"/>
                  <a:pt x="3553316" y="1583451"/>
                  <a:pt x="3323360" y="1567173"/>
                </a:cubicBezTo>
                <a:cubicBezTo>
                  <a:pt x="3093404" y="1550895"/>
                  <a:pt x="3010281" y="1543068"/>
                  <a:pt x="2818209" y="1567173"/>
                </a:cubicBezTo>
                <a:cubicBezTo>
                  <a:pt x="2626137" y="1591278"/>
                  <a:pt x="2415225" y="1592557"/>
                  <a:pt x="2206711" y="1567173"/>
                </a:cubicBezTo>
                <a:cubicBezTo>
                  <a:pt x="1998197" y="1541789"/>
                  <a:pt x="1860656" y="1596708"/>
                  <a:pt x="1595213" y="1567173"/>
                </a:cubicBezTo>
                <a:cubicBezTo>
                  <a:pt x="1329770" y="1537638"/>
                  <a:pt x="1236077" y="1553023"/>
                  <a:pt x="1036888" y="1567173"/>
                </a:cubicBezTo>
                <a:cubicBezTo>
                  <a:pt x="837700" y="1581323"/>
                  <a:pt x="391281" y="1593322"/>
                  <a:pt x="0" y="1567173"/>
                </a:cubicBezTo>
                <a:cubicBezTo>
                  <a:pt x="11748" y="1422016"/>
                  <a:pt x="-15562" y="1236812"/>
                  <a:pt x="0" y="1091797"/>
                </a:cubicBezTo>
                <a:cubicBezTo>
                  <a:pt x="15562" y="946782"/>
                  <a:pt x="20057" y="837812"/>
                  <a:pt x="0" y="616421"/>
                </a:cubicBezTo>
                <a:cubicBezTo>
                  <a:pt x="-20057" y="395030"/>
                  <a:pt x="-24137" y="133468"/>
                  <a:pt x="0" y="0"/>
                </a:cubicBezTo>
                <a:close/>
              </a:path>
              <a:path w="5317376" h="1567173" stroke="0" extrusionOk="0">
                <a:moveTo>
                  <a:pt x="0" y="0"/>
                </a:moveTo>
                <a:cubicBezTo>
                  <a:pt x="183477" y="10580"/>
                  <a:pt x="340905" y="16355"/>
                  <a:pt x="505151" y="0"/>
                </a:cubicBezTo>
                <a:cubicBezTo>
                  <a:pt x="669397" y="-16355"/>
                  <a:pt x="928675" y="-5890"/>
                  <a:pt x="1169823" y="0"/>
                </a:cubicBezTo>
                <a:cubicBezTo>
                  <a:pt x="1410971" y="5890"/>
                  <a:pt x="1614557" y="-11809"/>
                  <a:pt x="1940842" y="0"/>
                </a:cubicBezTo>
                <a:cubicBezTo>
                  <a:pt x="2267127" y="11809"/>
                  <a:pt x="2463321" y="2381"/>
                  <a:pt x="2658688" y="0"/>
                </a:cubicBezTo>
                <a:cubicBezTo>
                  <a:pt x="2854055" y="-2381"/>
                  <a:pt x="3051798" y="-27566"/>
                  <a:pt x="3270186" y="0"/>
                </a:cubicBezTo>
                <a:cubicBezTo>
                  <a:pt x="3488574" y="27566"/>
                  <a:pt x="3664062" y="15368"/>
                  <a:pt x="4041206" y="0"/>
                </a:cubicBezTo>
                <a:cubicBezTo>
                  <a:pt x="4418350" y="-15368"/>
                  <a:pt x="4326933" y="12342"/>
                  <a:pt x="4599530" y="0"/>
                </a:cubicBezTo>
                <a:cubicBezTo>
                  <a:pt x="4872127" y="-12342"/>
                  <a:pt x="5088998" y="33348"/>
                  <a:pt x="5317376" y="0"/>
                </a:cubicBezTo>
                <a:cubicBezTo>
                  <a:pt x="5318837" y="214827"/>
                  <a:pt x="5295951" y="271773"/>
                  <a:pt x="5317376" y="475376"/>
                </a:cubicBezTo>
                <a:cubicBezTo>
                  <a:pt x="5338801" y="678979"/>
                  <a:pt x="5299654" y="784434"/>
                  <a:pt x="5317376" y="1013439"/>
                </a:cubicBezTo>
                <a:cubicBezTo>
                  <a:pt x="5335098" y="1242444"/>
                  <a:pt x="5312188" y="1381837"/>
                  <a:pt x="5317376" y="1567173"/>
                </a:cubicBezTo>
                <a:cubicBezTo>
                  <a:pt x="5154934" y="1582195"/>
                  <a:pt x="4996629" y="1583419"/>
                  <a:pt x="4759052" y="1567173"/>
                </a:cubicBezTo>
                <a:cubicBezTo>
                  <a:pt x="4521475" y="1550927"/>
                  <a:pt x="4365282" y="1590247"/>
                  <a:pt x="4200727" y="1567173"/>
                </a:cubicBezTo>
                <a:cubicBezTo>
                  <a:pt x="4036172" y="1544099"/>
                  <a:pt x="3682926" y="1595472"/>
                  <a:pt x="3536055" y="1567173"/>
                </a:cubicBezTo>
                <a:cubicBezTo>
                  <a:pt x="3389184" y="1538874"/>
                  <a:pt x="3259140" y="1552833"/>
                  <a:pt x="3030904" y="1567173"/>
                </a:cubicBezTo>
                <a:cubicBezTo>
                  <a:pt x="2802668" y="1581513"/>
                  <a:pt x="2615044" y="1540665"/>
                  <a:pt x="2419406" y="1567173"/>
                </a:cubicBezTo>
                <a:cubicBezTo>
                  <a:pt x="2223768" y="1593681"/>
                  <a:pt x="2112331" y="1567418"/>
                  <a:pt x="1914255" y="1567173"/>
                </a:cubicBezTo>
                <a:cubicBezTo>
                  <a:pt x="1716179" y="1566928"/>
                  <a:pt x="1522215" y="1583728"/>
                  <a:pt x="1409105" y="1567173"/>
                </a:cubicBezTo>
                <a:cubicBezTo>
                  <a:pt x="1295995" y="1550619"/>
                  <a:pt x="975127" y="1565315"/>
                  <a:pt x="638085" y="1567173"/>
                </a:cubicBezTo>
                <a:cubicBezTo>
                  <a:pt x="301043" y="1569031"/>
                  <a:pt x="151023" y="1562137"/>
                  <a:pt x="0" y="1567173"/>
                </a:cubicBezTo>
                <a:cubicBezTo>
                  <a:pt x="16590" y="1405085"/>
                  <a:pt x="-6445" y="1242155"/>
                  <a:pt x="0" y="1029110"/>
                </a:cubicBezTo>
                <a:cubicBezTo>
                  <a:pt x="6445" y="816065"/>
                  <a:pt x="-15315" y="642730"/>
                  <a:pt x="0" y="491048"/>
                </a:cubicBezTo>
                <a:cubicBezTo>
                  <a:pt x="15315" y="339366"/>
                  <a:pt x="-16154" y="199264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Participations information</a:t>
            </a:r>
            <a:endParaRPr lang="en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5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BB26-C8B6-84A5-D0D5-C5ED9C15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4BCD68-7DB5-5083-D999-C3C84827B464}"/>
              </a:ext>
            </a:extLst>
          </p:cNvPr>
          <p:cNvSpPr/>
          <p:nvPr/>
        </p:nvSpPr>
        <p:spPr>
          <a:xfrm>
            <a:off x="332509" y="507999"/>
            <a:ext cx="11587942" cy="6158807"/>
          </a:xfrm>
          <a:custGeom>
            <a:avLst/>
            <a:gdLst>
              <a:gd name="csX0" fmla="*/ 0 w 11587942"/>
              <a:gd name="csY0" fmla="*/ 0 h 6158807"/>
              <a:gd name="csX1" fmla="*/ 347638 w 11587942"/>
              <a:gd name="csY1" fmla="*/ 0 h 6158807"/>
              <a:gd name="csX2" fmla="*/ 811156 w 11587942"/>
              <a:gd name="csY2" fmla="*/ 0 h 6158807"/>
              <a:gd name="csX3" fmla="*/ 1158794 w 11587942"/>
              <a:gd name="csY3" fmla="*/ 0 h 6158807"/>
              <a:gd name="csX4" fmla="*/ 1738191 w 11587942"/>
              <a:gd name="csY4" fmla="*/ 0 h 6158807"/>
              <a:gd name="csX5" fmla="*/ 2201709 w 11587942"/>
              <a:gd name="csY5" fmla="*/ 0 h 6158807"/>
              <a:gd name="csX6" fmla="*/ 2896986 w 11587942"/>
              <a:gd name="csY6" fmla="*/ 0 h 6158807"/>
              <a:gd name="csX7" fmla="*/ 3708141 w 11587942"/>
              <a:gd name="csY7" fmla="*/ 0 h 6158807"/>
              <a:gd name="csX8" fmla="*/ 4055780 w 11587942"/>
              <a:gd name="csY8" fmla="*/ 0 h 6158807"/>
              <a:gd name="csX9" fmla="*/ 4287539 w 11587942"/>
              <a:gd name="csY9" fmla="*/ 0 h 6158807"/>
              <a:gd name="csX10" fmla="*/ 4751056 w 11587942"/>
              <a:gd name="csY10" fmla="*/ 0 h 6158807"/>
              <a:gd name="csX11" fmla="*/ 4982815 w 11587942"/>
              <a:gd name="csY11" fmla="*/ 0 h 6158807"/>
              <a:gd name="csX12" fmla="*/ 5562212 w 11587942"/>
              <a:gd name="csY12" fmla="*/ 0 h 6158807"/>
              <a:gd name="csX13" fmla="*/ 5909850 w 11587942"/>
              <a:gd name="csY13" fmla="*/ 0 h 6158807"/>
              <a:gd name="csX14" fmla="*/ 6489248 w 11587942"/>
              <a:gd name="csY14" fmla="*/ 0 h 6158807"/>
              <a:gd name="csX15" fmla="*/ 6721006 w 11587942"/>
              <a:gd name="csY15" fmla="*/ 0 h 6158807"/>
              <a:gd name="csX16" fmla="*/ 7300403 w 11587942"/>
              <a:gd name="csY16" fmla="*/ 0 h 6158807"/>
              <a:gd name="csX17" fmla="*/ 7648042 w 11587942"/>
              <a:gd name="csY17" fmla="*/ 0 h 6158807"/>
              <a:gd name="csX18" fmla="*/ 8459198 w 11587942"/>
              <a:gd name="csY18" fmla="*/ 0 h 6158807"/>
              <a:gd name="csX19" fmla="*/ 9270354 w 11587942"/>
              <a:gd name="csY19" fmla="*/ 0 h 6158807"/>
              <a:gd name="csX20" fmla="*/ 9617992 w 11587942"/>
              <a:gd name="csY20" fmla="*/ 0 h 6158807"/>
              <a:gd name="csX21" fmla="*/ 10197389 w 11587942"/>
              <a:gd name="csY21" fmla="*/ 0 h 6158807"/>
              <a:gd name="csX22" fmla="*/ 10429148 w 11587942"/>
              <a:gd name="csY22" fmla="*/ 0 h 6158807"/>
              <a:gd name="csX23" fmla="*/ 10892665 w 11587942"/>
              <a:gd name="csY23" fmla="*/ 0 h 6158807"/>
              <a:gd name="csX24" fmla="*/ 11587942 w 11587942"/>
              <a:gd name="csY24" fmla="*/ 0 h 6158807"/>
              <a:gd name="csX25" fmla="*/ 11587942 w 11587942"/>
              <a:gd name="csY25" fmla="*/ 375127 h 6158807"/>
              <a:gd name="csX26" fmla="*/ 11587942 w 11587942"/>
              <a:gd name="csY26" fmla="*/ 750255 h 6158807"/>
              <a:gd name="csX27" fmla="*/ 11587942 w 11587942"/>
              <a:gd name="csY27" fmla="*/ 1186970 h 6158807"/>
              <a:gd name="csX28" fmla="*/ 11587942 w 11587942"/>
              <a:gd name="csY28" fmla="*/ 1808450 h 6158807"/>
              <a:gd name="csX29" fmla="*/ 11587942 w 11587942"/>
              <a:gd name="csY29" fmla="*/ 2491517 h 6158807"/>
              <a:gd name="csX30" fmla="*/ 11587942 w 11587942"/>
              <a:gd name="csY30" fmla="*/ 2866645 h 6158807"/>
              <a:gd name="csX31" fmla="*/ 11587942 w 11587942"/>
              <a:gd name="csY31" fmla="*/ 3488124 h 6158807"/>
              <a:gd name="csX32" fmla="*/ 11587942 w 11587942"/>
              <a:gd name="csY32" fmla="*/ 4109604 h 6158807"/>
              <a:gd name="csX33" fmla="*/ 11587942 w 11587942"/>
              <a:gd name="csY33" fmla="*/ 4484731 h 6158807"/>
              <a:gd name="csX34" fmla="*/ 11587942 w 11587942"/>
              <a:gd name="csY34" fmla="*/ 4983035 h 6158807"/>
              <a:gd name="csX35" fmla="*/ 11587942 w 11587942"/>
              <a:gd name="csY35" fmla="*/ 5542926 h 6158807"/>
              <a:gd name="csX36" fmla="*/ 11587942 w 11587942"/>
              <a:gd name="csY36" fmla="*/ 6158807 h 6158807"/>
              <a:gd name="csX37" fmla="*/ 11356183 w 11587942"/>
              <a:gd name="csY37" fmla="*/ 6158807 h 6158807"/>
              <a:gd name="csX38" fmla="*/ 10660907 w 11587942"/>
              <a:gd name="csY38" fmla="*/ 6158807 h 6158807"/>
              <a:gd name="csX39" fmla="*/ 10197389 w 11587942"/>
              <a:gd name="csY39" fmla="*/ 6158807 h 6158807"/>
              <a:gd name="csX40" fmla="*/ 9849751 w 11587942"/>
              <a:gd name="csY40" fmla="*/ 6158807 h 6158807"/>
              <a:gd name="csX41" fmla="*/ 9154474 w 11587942"/>
              <a:gd name="csY41" fmla="*/ 6158807 h 6158807"/>
              <a:gd name="csX42" fmla="*/ 8922715 w 11587942"/>
              <a:gd name="csY42" fmla="*/ 6158807 h 6158807"/>
              <a:gd name="csX43" fmla="*/ 8690957 w 11587942"/>
              <a:gd name="csY43" fmla="*/ 6158807 h 6158807"/>
              <a:gd name="csX44" fmla="*/ 8227439 w 11587942"/>
              <a:gd name="csY44" fmla="*/ 6158807 h 6158807"/>
              <a:gd name="csX45" fmla="*/ 7763921 w 11587942"/>
              <a:gd name="csY45" fmla="*/ 6158807 h 6158807"/>
              <a:gd name="csX46" fmla="*/ 7184524 w 11587942"/>
              <a:gd name="csY46" fmla="*/ 6158807 h 6158807"/>
              <a:gd name="csX47" fmla="*/ 6489248 w 11587942"/>
              <a:gd name="csY47" fmla="*/ 6158807 h 6158807"/>
              <a:gd name="csX48" fmla="*/ 5793971 w 11587942"/>
              <a:gd name="csY48" fmla="*/ 6158807 h 6158807"/>
              <a:gd name="csX49" fmla="*/ 5330453 w 11587942"/>
              <a:gd name="csY49" fmla="*/ 6158807 h 6158807"/>
              <a:gd name="csX50" fmla="*/ 4982815 w 11587942"/>
              <a:gd name="csY50" fmla="*/ 6158807 h 6158807"/>
              <a:gd name="csX51" fmla="*/ 4403418 w 11587942"/>
              <a:gd name="csY51" fmla="*/ 6158807 h 6158807"/>
              <a:gd name="csX52" fmla="*/ 4171659 w 11587942"/>
              <a:gd name="csY52" fmla="*/ 6158807 h 6158807"/>
              <a:gd name="csX53" fmla="*/ 3476383 w 11587942"/>
              <a:gd name="csY53" fmla="*/ 6158807 h 6158807"/>
              <a:gd name="csX54" fmla="*/ 3012865 w 11587942"/>
              <a:gd name="csY54" fmla="*/ 6158807 h 6158807"/>
              <a:gd name="csX55" fmla="*/ 2201709 w 11587942"/>
              <a:gd name="csY55" fmla="*/ 6158807 h 6158807"/>
              <a:gd name="csX56" fmla="*/ 1390553 w 11587942"/>
              <a:gd name="csY56" fmla="*/ 6158807 h 6158807"/>
              <a:gd name="csX57" fmla="*/ 1042915 w 11587942"/>
              <a:gd name="csY57" fmla="*/ 6158807 h 6158807"/>
              <a:gd name="csX58" fmla="*/ 811156 w 11587942"/>
              <a:gd name="csY58" fmla="*/ 6158807 h 6158807"/>
              <a:gd name="csX59" fmla="*/ 0 w 11587942"/>
              <a:gd name="csY59" fmla="*/ 6158807 h 6158807"/>
              <a:gd name="csX60" fmla="*/ 0 w 11587942"/>
              <a:gd name="csY60" fmla="*/ 5537327 h 6158807"/>
              <a:gd name="csX61" fmla="*/ 0 w 11587942"/>
              <a:gd name="csY61" fmla="*/ 5100612 h 6158807"/>
              <a:gd name="csX62" fmla="*/ 0 w 11587942"/>
              <a:gd name="csY62" fmla="*/ 4663897 h 6158807"/>
              <a:gd name="csX63" fmla="*/ 0 w 11587942"/>
              <a:gd name="csY63" fmla="*/ 4288769 h 6158807"/>
              <a:gd name="csX64" fmla="*/ 0 w 11587942"/>
              <a:gd name="csY64" fmla="*/ 3913642 h 6158807"/>
              <a:gd name="csX65" fmla="*/ 0 w 11587942"/>
              <a:gd name="csY65" fmla="*/ 3353750 h 6158807"/>
              <a:gd name="csX66" fmla="*/ 0 w 11587942"/>
              <a:gd name="csY66" fmla="*/ 2732271 h 6158807"/>
              <a:gd name="csX67" fmla="*/ 0 w 11587942"/>
              <a:gd name="csY67" fmla="*/ 2110791 h 6158807"/>
              <a:gd name="csX68" fmla="*/ 0 w 11587942"/>
              <a:gd name="csY68" fmla="*/ 1550900 h 6158807"/>
              <a:gd name="csX69" fmla="*/ 0 w 11587942"/>
              <a:gd name="csY69" fmla="*/ 991008 h 6158807"/>
              <a:gd name="csX70" fmla="*/ 0 w 11587942"/>
              <a:gd name="csY70" fmla="*/ 615881 h 6158807"/>
              <a:gd name="csX71" fmla="*/ 0 w 11587942"/>
              <a:gd name="csY71" fmla="*/ 0 h 61588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11587942" h="6158807" extrusionOk="0">
                <a:moveTo>
                  <a:pt x="0" y="0"/>
                </a:moveTo>
                <a:cubicBezTo>
                  <a:pt x="126679" y="-24348"/>
                  <a:pt x="219050" y="25877"/>
                  <a:pt x="347638" y="0"/>
                </a:cubicBezTo>
                <a:cubicBezTo>
                  <a:pt x="476226" y="-25877"/>
                  <a:pt x="697902" y="48"/>
                  <a:pt x="811156" y="0"/>
                </a:cubicBezTo>
                <a:cubicBezTo>
                  <a:pt x="924410" y="-48"/>
                  <a:pt x="1079092" y="10498"/>
                  <a:pt x="1158794" y="0"/>
                </a:cubicBezTo>
                <a:cubicBezTo>
                  <a:pt x="1238496" y="-10498"/>
                  <a:pt x="1540810" y="37948"/>
                  <a:pt x="1738191" y="0"/>
                </a:cubicBezTo>
                <a:cubicBezTo>
                  <a:pt x="1935572" y="-37948"/>
                  <a:pt x="2029976" y="39530"/>
                  <a:pt x="2201709" y="0"/>
                </a:cubicBezTo>
                <a:cubicBezTo>
                  <a:pt x="2373442" y="-39530"/>
                  <a:pt x="2560112" y="12093"/>
                  <a:pt x="2896986" y="0"/>
                </a:cubicBezTo>
                <a:cubicBezTo>
                  <a:pt x="3233860" y="-12093"/>
                  <a:pt x="3502958" y="69524"/>
                  <a:pt x="3708141" y="0"/>
                </a:cubicBezTo>
                <a:cubicBezTo>
                  <a:pt x="3913325" y="-69524"/>
                  <a:pt x="3902725" y="34000"/>
                  <a:pt x="4055780" y="0"/>
                </a:cubicBezTo>
                <a:cubicBezTo>
                  <a:pt x="4208835" y="-34000"/>
                  <a:pt x="4203838" y="21469"/>
                  <a:pt x="4287539" y="0"/>
                </a:cubicBezTo>
                <a:cubicBezTo>
                  <a:pt x="4371240" y="-21469"/>
                  <a:pt x="4609667" y="4283"/>
                  <a:pt x="4751056" y="0"/>
                </a:cubicBezTo>
                <a:cubicBezTo>
                  <a:pt x="4892445" y="-4283"/>
                  <a:pt x="4935914" y="14834"/>
                  <a:pt x="4982815" y="0"/>
                </a:cubicBezTo>
                <a:cubicBezTo>
                  <a:pt x="5029716" y="-14834"/>
                  <a:pt x="5438433" y="22085"/>
                  <a:pt x="5562212" y="0"/>
                </a:cubicBezTo>
                <a:cubicBezTo>
                  <a:pt x="5685991" y="-22085"/>
                  <a:pt x="5817346" y="19706"/>
                  <a:pt x="5909850" y="0"/>
                </a:cubicBezTo>
                <a:cubicBezTo>
                  <a:pt x="6002354" y="-19706"/>
                  <a:pt x="6204331" y="6472"/>
                  <a:pt x="6489248" y="0"/>
                </a:cubicBezTo>
                <a:cubicBezTo>
                  <a:pt x="6774165" y="-6472"/>
                  <a:pt x="6656805" y="15656"/>
                  <a:pt x="6721006" y="0"/>
                </a:cubicBezTo>
                <a:cubicBezTo>
                  <a:pt x="6785207" y="-15656"/>
                  <a:pt x="7092139" y="32631"/>
                  <a:pt x="7300403" y="0"/>
                </a:cubicBezTo>
                <a:cubicBezTo>
                  <a:pt x="7508667" y="-32631"/>
                  <a:pt x="7535058" y="21175"/>
                  <a:pt x="7648042" y="0"/>
                </a:cubicBezTo>
                <a:cubicBezTo>
                  <a:pt x="7761026" y="-21175"/>
                  <a:pt x="8170673" y="24880"/>
                  <a:pt x="8459198" y="0"/>
                </a:cubicBezTo>
                <a:cubicBezTo>
                  <a:pt x="8747723" y="-24880"/>
                  <a:pt x="8877321" y="61494"/>
                  <a:pt x="9270354" y="0"/>
                </a:cubicBezTo>
                <a:cubicBezTo>
                  <a:pt x="9663387" y="-61494"/>
                  <a:pt x="9535747" y="37235"/>
                  <a:pt x="9617992" y="0"/>
                </a:cubicBezTo>
                <a:cubicBezTo>
                  <a:pt x="9700237" y="-37235"/>
                  <a:pt x="10061140" y="24637"/>
                  <a:pt x="10197389" y="0"/>
                </a:cubicBezTo>
                <a:cubicBezTo>
                  <a:pt x="10333638" y="-24637"/>
                  <a:pt x="10324137" y="3224"/>
                  <a:pt x="10429148" y="0"/>
                </a:cubicBezTo>
                <a:cubicBezTo>
                  <a:pt x="10534159" y="-3224"/>
                  <a:pt x="10796814" y="21037"/>
                  <a:pt x="10892665" y="0"/>
                </a:cubicBezTo>
                <a:cubicBezTo>
                  <a:pt x="10988516" y="-21037"/>
                  <a:pt x="11327763" y="35205"/>
                  <a:pt x="11587942" y="0"/>
                </a:cubicBezTo>
                <a:cubicBezTo>
                  <a:pt x="11588512" y="141901"/>
                  <a:pt x="11545263" y="196585"/>
                  <a:pt x="11587942" y="375127"/>
                </a:cubicBezTo>
                <a:cubicBezTo>
                  <a:pt x="11630621" y="553669"/>
                  <a:pt x="11584790" y="580457"/>
                  <a:pt x="11587942" y="750255"/>
                </a:cubicBezTo>
                <a:cubicBezTo>
                  <a:pt x="11591094" y="920053"/>
                  <a:pt x="11565554" y="990711"/>
                  <a:pt x="11587942" y="1186970"/>
                </a:cubicBezTo>
                <a:cubicBezTo>
                  <a:pt x="11610330" y="1383230"/>
                  <a:pt x="11545312" y="1683942"/>
                  <a:pt x="11587942" y="1808450"/>
                </a:cubicBezTo>
                <a:cubicBezTo>
                  <a:pt x="11630572" y="1932958"/>
                  <a:pt x="11536453" y="2209493"/>
                  <a:pt x="11587942" y="2491517"/>
                </a:cubicBezTo>
                <a:cubicBezTo>
                  <a:pt x="11639431" y="2773541"/>
                  <a:pt x="11548369" y="2783534"/>
                  <a:pt x="11587942" y="2866645"/>
                </a:cubicBezTo>
                <a:cubicBezTo>
                  <a:pt x="11627515" y="2949756"/>
                  <a:pt x="11522876" y="3297920"/>
                  <a:pt x="11587942" y="3488124"/>
                </a:cubicBezTo>
                <a:cubicBezTo>
                  <a:pt x="11653008" y="3678328"/>
                  <a:pt x="11574279" y="3859525"/>
                  <a:pt x="11587942" y="4109604"/>
                </a:cubicBezTo>
                <a:cubicBezTo>
                  <a:pt x="11601605" y="4359683"/>
                  <a:pt x="11585064" y="4319535"/>
                  <a:pt x="11587942" y="4484731"/>
                </a:cubicBezTo>
                <a:cubicBezTo>
                  <a:pt x="11590820" y="4649927"/>
                  <a:pt x="11540622" y="4878339"/>
                  <a:pt x="11587942" y="4983035"/>
                </a:cubicBezTo>
                <a:cubicBezTo>
                  <a:pt x="11635262" y="5087731"/>
                  <a:pt x="11547520" y="5294524"/>
                  <a:pt x="11587942" y="5542926"/>
                </a:cubicBezTo>
                <a:cubicBezTo>
                  <a:pt x="11628364" y="5791328"/>
                  <a:pt x="11514202" y="5935229"/>
                  <a:pt x="11587942" y="6158807"/>
                </a:cubicBezTo>
                <a:cubicBezTo>
                  <a:pt x="11497980" y="6159545"/>
                  <a:pt x="11408988" y="6133799"/>
                  <a:pt x="11356183" y="6158807"/>
                </a:cubicBezTo>
                <a:cubicBezTo>
                  <a:pt x="11303378" y="6183815"/>
                  <a:pt x="10988075" y="6157432"/>
                  <a:pt x="10660907" y="6158807"/>
                </a:cubicBezTo>
                <a:cubicBezTo>
                  <a:pt x="10333739" y="6160182"/>
                  <a:pt x="10320661" y="6112071"/>
                  <a:pt x="10197389" y="6158807"/>
                </a:cubicBezTo>
                <a:cubicBezTo>
                  <a:pt x="10074117" y="6205543"/>
                  <a:pt x="10022363" y="6145215"/>
                  <a:pt x="9849751" y="6158807"/>
                </a:cubicBezTo>
                <a:cubicBezTo>
                  <a:pt x="9677139" y="6172399"/>
                  <a:pt x="9409846" y="6138150"/>
                  <a:pt x="9154474" y="6158807"/>
                </a:cubicBezTo>
                <a:cubicBezTo>
                  <a:pt x="8899102" y="6179464"/>
                  <a:pt x="8972094" y="6154764"/>
                  <a:pt x="8922715" y="6158807"/>
                </a:cubicBezTo>
                <a:cubicBezTo>
                  <a:pt x="8873336" y="6162850"/>
                  <a:pt x="8756434" y="6158202"/>
                  <a:pt x="8690957" y="6158807"/>
                </a:cubicBezTo>
                <a:cubicBezTo>
                  <a:pt x="8625480" y="6159412"/>
                  <a:pt x="8345328" y="6106134"/>
                  <a:pt x="8227439" y="6158807"/>
                </a:cubicBezTo>
                <a:cubicBezTo>
                  <a:pt x="8109550" y="6211480"/>
                  <a:pt x="7898109" y="6138665"/>
                  <a:pt x="7763921" y="6158807"/>
                </a:cubicBezTo>
                <a:cubicBezTo>
                  <a:pt x="7629733" y="6178949"/>
                  <a:pt x="7398958" y="6139157"/>
                  <a:pt x="7184524" y="6158807"/>
                </a:cubicBezTo>
                <a:cubicBezTo>
                  <a:pt x="6970090" y="6178457"/>
                  <a:pt x="6779576" y="6081035"/>
                  <a:pt x="6489248" y="6158807"/>
                </a:cubicBezTo>
                <a:cubicBezTo>
                  <a:pt x="6198920" y="6236579"/>
                  <a:pt x="6116684" y="6086271"/>
                  <a:pt x="5793971" y="6158807"/>
                </a:cubicBezTo>
                <a:cubicBezTo>
                  <a:pt x="5471258" y="6231343"/>
                  <a:pt x="5472448" y="6137931"/>
                  <a:pt x="5330453" y="6158807"/>
                </a:cubicBezTo>
                <a:cubicBezTo>
                  <a:pt x="5188458" y="6179683"/>
                  <a:pt x="5054353" y="6137471"/>
                  <a:pt x="4982815" y="6158807"/>
                </a:cubicBezTo>
                <a:cubicBezTo>
                  <a:pt x="4911277" y="6180143"/>
                  <a:pt x="4524365" y="6127555"/>
                  <a:pt x="4403418" y="6158807"/>
                </a:cubicBezTo>
                <a:cubicBezTo>
                  <a:pt x="4282471" y="6190059"/>
                  <a:pt x="4277787" y="6143486"/>
                  <a:pt x="4171659" y="6158807"/>
                </a:cubicBezTo>
                <a:cubicBezTo>
                  <a:pt x="4065531" y="6174128"/>
                  <a:pt x="3727594" y="6136763"/>
                  <a:pt x="3476383" y="6158807"/>
                </a:cubicBezTo>
                <a:cubicBezTo>
                  <a:pt x="3225172" y="6180851"/>
                  <a:pt x="3235061" y="6111227"/>
                  <a:pt x="3012865" y="6158807"/>
                </a:cubicBezTo>
                <a:cubicBezTo>
                  <a:pt x="2790669" y="6206387"/>
                  <a:pt x="2524422" y="6073449"/>
                  <a:pt x="2201709" y="6158807"/>
                </a:cubicBezTo>
                <a:cubicBezTo>
                  <a:pt x="1878996" y="6244165"/>
                  <a:pt x="1795952" y="6101489"/>
                  <a:pt x="1390553" y="6158807"/>
                </a:cubicBezTo>
                <a:cubicBezTo>
                  <a:pt x="985154" y="6216125"/>
                  <a:pt x="1115659" y="6143890"/>
                  <a:pt x="1042915" y="6158807"/>
                </a:cubicBezTo>
                <a:cubicBezTo>
                  <a:pt x="970171" y="6173724"/>
                  <a:pt x="880926" y="6154835"/>
                  <a:pt x="811156" y="6158807"/>
                </a:cubicBezTo>
                <a:cubicBezTo>
                  <a:pt x="741386" y="6162779"/>
                  <a:pt x="375541" y="6073720"/>
                  <a:pt x="0" y="6158807"/>
                </a:cubicBezTo>
                <a:cubicBezTo>
                  <a:pt x="-38636" y="6017559"/>
                  <a:pt x="654" y="5729653"/>
                  <a:pt x="0" y="5537327"/>
                </a:cubicBezTo>
                <a:cubicBezTo>
                  <a:pt x="-654" y="5345001"/>
                  <a:pt x="17121" y="5217504"/>
                  <a:pt x="0" y="5100612"/>
                </a:cubicBezTo>
                <a:cubicBezTo>
                  <a:pt x="-17121" y="4983721"/>
                  <a:pt x="24824" y="4807706"/>
                  <a:pt x="0" y="4663897"/>
                </a:cubicBezTo>
                <a:cubicBezTo>
                  <a:pt x="-24824" y="4520088"/>
                  <a:pt x="17284" y="4473925"/>
                  <a:pt x="0" y="4288769"/>
                </a:cubicBezTo>
                <a:cubicBezTo>
                  <a:pt x="-17284" y="4103613"/>
                  <a:pt x="21882" y="4047167"/>
                  <a:pt x="0" y="3913642"/>
                </a:cubicBezTo>
                <a:cubicBezTo>
                  <a:pt x="-21882" y="3780117"/>
                  <a:pt x="23716" y="3603501"/>
                  <a:pt x="0" y="3353750"/>
                </a:cubicBezTo>
                <a:cubicBezTo>
                  <a:pt x="-23716" y="3103999"/>
                  <a:pt x="52313" y="2941272"/>
                  <a:pt x="0" y="2732271"/>
                </a:cubicBezTo>
                <a:cubicBezTo>
                  <a:pt x="-52313" y="2523270"/>
                  <a:pt x="12474" y="2355221"/>
                  <a:pt x="0" y="2110791"/>
                </a:cubicBezTo>
                <a:cubicBezTo>
                  <a:pt x="-12474" y="1866361"/>
                  <a:pt x="28056" y="1681309"/>
                  <a:pt x="0" y="1550900"/>
                </a:cubicBezTo>
                <a:cubicBezTo>
                  <a:pt x="-28056" y="1420491"/>
                  <a:pt x="38997" y="1199220"/>
                  <a:pt x="0" y="991008"/>
                </a:cubicBezTo>
                <a:cubicBezTo>
                  <a:pt x="-38997" y="782796"/>
                  <a:pt x="36145" y="716644"/>
                  <a:pt x="0" y="615881"/>
                </a:cubicBezTo>
                <a:cubicBezTo>
                  <a:pt x="-36145" y="515118"/>
                  <a:pt x="7428" y="240267"/>
                  <a:pt x="0" y="0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532134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ED0F62-9549-F40E-FCFD-434630881BF7}"/>
              </a:ext>
            </a:extLst>
          </p:cNvPr>
          <p:cNvSpPr/>
          <p:nvPr/>
        </p:nvSpPr>
        <p:spPr>
          <a:xfrm>
            <a:off x="2510443" y="906240"/>
            <a:ext cx="9168939" cy="385894"/>
          </a:xfrm>
          <a:custGeom>
            <a:avLst/>
            <a:gdLst>
              <a:gd name="csX0" fmla="*/ 0 w 9168939"/>
              <a:gd name="csY0" fmla="*/ 0 h 385894"/>
              <a:gd name="csX1" fmla="*/ 379856 w 9168939"/>
              <a:gd name="csY1" fmla="*/ 0 h 385894"/>
              <a:gd name="csX2" fmla="*/ 759712 w 9168939"/>
              <a:gd name="csY2" fmla="*/ 0 h 385894"/>
              <a:gd name="csX3" fmla="*/ 1322947 w 9168939"/>
              <a:gd name="csY3" fmla="*/ 0 h 385894"/>
              <a:gd name="csX4" fmla="*/ 1794492 w 9168939"/>
              <a:gd name="csY4" fmla="*/ 0 h 385894"/>
              <a:gd name="csX5" fmla="*/ 2632795 w 9168939"/>
              <a:gd name="csY5" fmla="*/ 0 h 385894"/>
              <a:gd name="csX6" fmla="*/ 3287720 w 9168939"/>
              <a:gd name="csY6" fmla="*/ 0 h 385894"/>
              <a:gd name="csX7" fmla="*/ 3759265 w 9168939"/>
              <a:gd name="csY7" fmla="*/ 0 h 385894"/>
              <a:gd name="csX8" fmla="*/ 4505879 w 9168939"/>
              <a:gd name="csY8" fmla="*/ 0 h 385894"/>
              <a:gd name="csX9" fmla="*/ 5069113 w 9168939"/>
              <a:gd name="csY9" fmla="*/ 0 h 385894"/>
              <a:gd name="csX10" fmla="*/ 5907416 w 9168939"/>
              <a:gd name="csY10" fmla="*/ 0 h 385894"/>
              <a:gd name="csX11" fmla="*/ 6470651 w 9168939"/>
              <a:gd name="csY11" fmla="*/ 0 h 385894"/>
              <a:gd name="csX12" fmla="*/ 7125575 w 9168939"/>
              <a:gd name="csY12" fmla="*/ 0 h 385894"/>
              <a:gd name="csX13" fmla="*/ 7505431 w 9168939"/>
              <a:gd name="csY13" fmla="*/ 0 h 385894"/>
              <a:gd name="csX14" fmla="*/ 7976977 w 9168939"/>
              <a:gd name="csY14" fmla="*/ 0 h 385894"/>
              <a:gd name="csX15" fmla="*/ 9168939 w 9168939"/>
              <a:gd name="csY15" fmla="*/ 0 h 385894"/>
              <a:gd name="csX16" fmla="*/ 9168939 w 9168939"/>
              <a:gd name="csY16" fmla="*/ 385894 h 385894"/>
              <a:gd name="csX17" fmla="*/ 8605704 w 9168939"/>
              <a:gd name="csY17" fmla="*/ 385894 h 385894"/>
              <a:gd name="csX18" fmla="*/ 7950780 w 9168939"/>
              <a:gd name="csY18" fmla="*/ 385894 h 385894"/>
              <a:gd name="csX19" fmla="*/ 7570924 w 9168939"/>
              <a:gd name="csY19" fmla="*/ 385894 h 385894"/>
              <a:gd name="csX20" fmla="*/ 6824310 w 9168939"/>
              <a:gd name="csY20" fmla="*/ 385894 h 385894"/>
              <a:gd name="csX21" fmla="*/ 6077697 w 9168939"/>
              <a:gd name="csY21" fmla="*/ 385894 h 385894"/>
              <a:gd name="csX22" fmla="*/ 5239394 w 9168939"/>
              <a:gd name="csY22" fmla="*/ 385894 h 385894"/>
              <a:gd name="csX23" fmla="*/ 4401091 w 9168939"/>
              <a:gd name="csY23" fmla="*/ 385894 h 385894"/>
              <a:gd name="csX24" fmla="*/ 3562788 w 9168939"/>
              <a:gd name="csY24" fmla="*/ 385894 h 385894"/>
              <a:gd name="csX25" fmla="*/ 2816174 w 9168939"/>
              <a:gd name="csY25" fmla="*/ 385894 h 385894"/>
              <a:gd name="csX26" fmla="*/ 2069561 w 9168939"/>
              <a:gd name="csY26" fmla="*/ 385894 h 385894"/>
              <a:gd name="csX27" fmla="*/ 1414636 w 9168939"/>
              <a:gd name="csY27" fmla="*/ 385894 h 385894"/>
              <a:gd name="csX28" fmla="*/ 668023 w 9168939"/>
              <a:gd name="csY28" fmla="*/ 385894 h 385894"/>
              <a:gd name="csX29" fmla="*/ 0 w 9168939"/>
              <a:gd name="csY29" fmla="*/ 385894 h 385894"/>
              <a:gd name="csX30" fmla="*/ 0 w 9168939"/>
              <a:gd name="csY30" fmla="*/ 0 h 385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9168939" h="385894" fill="none" extrusionOk="0">
                <a:moveTo>
                  <a:pt x="0" y="0"/>
                </a:moveTo>
                <a:cubicBezTo>
                  <a:pt x="109062" y="16837"/>
                  <a:pt x="273507" y="14328"/>
                  <a:pt x="379856" y="0"/>
                </a:cubicBezTo>
                <a:cubicBezTo>
                  <a:pt x="486205" y="-14328"/>
                  <a:pt x="616695" y="1243"/>
                  <a:pt x="759712" y="0"/>
                </a:cubicBezTo>
                <a:cubicBezTo>
                  <a:pt x="902729" y="-1243"/>
                  <a:pt x="1174820" y="-22671"/>
                  <a:pt x="1322947" y="0"/>
                </a:cubicBezTo>
                <a:cubicBezTo>
                  <a:pt x="1471074" y="22671"/>
                  <a:pt x="1662186" y="6843"/>
                  <a:pt x="1794492" y="0"/>
                </a:cubicBezTo>
                <a:cubicBezTo>
                  <a:pt x="1926799" y="-6843"/>
                  <a:pt x="2436152" y="28712"/>
                  <a:pt x="2632795" y="0"/>
                </a:cubicBezTo>
                <a:cubicBezTo>
                  <a:pt x="2829438" y="-28712"/>
                  <a:pt x="3019543" y="15853"/>
                  <a:pt x="3287720" y="0"/>
                </a:cubicBezTo>
                <a:cubicBezTo>
                  <a:pt x="3555897" y="-15853"/>
                  <a:pt x="3523815" y="-6068"/>
                  <a:pt x="3759265" y="0"/>
                </a:cubicBezTo>
                <a:cubicBezTo>
                  <a:pt x="3994716" y="6068"/>
                  <a:pt x="4299713" y="31469"/>
                  <a:pt x="4505879" y="0"/>
                </a:cubicBezTo>
                <a:cubicBezTo>
                  <a:pt x="4712045" y="-31469"/>
                  <a:pt x="4805354" y="14833"/>
                  <a:pt x="5069113" y="0"/>
                </a:cubicBezTo>
                <a:cubicBezTo>
                  <a:pt x="5332872" y="-14833"/>
                  <a:pt x="5683698" y="-11402"/>
                  <a:pt x="5907416" y="0"/>
                </a:cubicBezTo>
                <a:cubicBezTo>
                  <a:pt x="6131134" y="11402"/>
                  <a:pt x="6353020" y="9761"/>
                  <a:pt x="6470651" y="0"/>
                </a:cubicBezTo>
                <a:cubicBezTo>
                  <a:pt x="6588282" y="-9761"/>
                  <a:pt x="6968592" y="6069"/>
                  <a:pt x="7125575" y="0"/>
                </a:cubicBezTo>
                <a:cubicBezTo>
                  <a:pt x="7282558" y="-6069"/>
                  <a:pt x="7319459" y="3139"/>
                  <a:pt x="7505431" y="0"/>
                </a:cubicBezTo>
                <a:cubicBezTo>
                  <a:pt x="7691403" y="-3139"/>
                  <a:pt x="7827232" y="-9546"/>
                  <a:pt x="7976977" y="0"/>
                </a:cubicBezTo>
                <a:cubicBezTo>
                  <a:pt x="8126722" y="9546"/>
                  <a:pt x="8686880" y="4248"/>
                  <a:pt x="9168939" y="0"/>
                </a:cubicBezTo>
                <a:cubicBezTo>
                  <a:pt x="9155881" y="145020"/>
                  <a:pt x="9184780" y="229499"/>
                  <a:pt x="9168939" y="385894"/>
                </a:cubicBezTo>
                <a:cubicBezTo>
                  <a:pt x="8911738" y="382051"/>
                  <a:pt x="8873668" y="385566"/>
                  <a:pt x="8605704" y="385894"/>
                </a:cubicBezTo>
                <a:cubicBezTo>
                  <a:pt x="8337740" y="386222"/>
                  <a:pt x="8249971" y="411106"/>
                  <a:pt x="7950780" y="385894"/>
                </a:cubicBezTo>
                <a:cubicBezTo>
                  <a:pt x="7651589" y="360682"/>
                  <a:pt x="7702984" y="397245"/>
                  <a:pt x="7570924" y="385894"/>
                </a:cubicBezTo>
                <a:cubicBezTo>
                  <a:pt x="7438864" y="374543"/>
                  <a:pt x="7070210" y="350659"/>
                  <a:pt x="6824310" y="385894"/>
                </a:cubicBezTo>
                <a:cubicBezTo>
                  <a:pt x="6578410" y="421129"/>
                  <a:pt x="6269783" y="405109"/>
                  <a:pt x="6077697" y="385894"/>
                </a:cubicBezTo>
                <a:cubicBezTo>
                  <a:pt x="5885611" y="366679"/>
                  <a:pt x="5599969" y="390224"/>
                  <a:pt x="5239394" y="385894"/>
                </a:cubicBezTo>
                <a:cubicBezTo>
                  <a:pt x="4878819" y="381564"/>
                  <a:pt x="4722041" y="361803"/>
                  <a:pt x="4401091" y="385894"/>
                </a:cubicBezTo>
                <a:cubicBezTo>
                  <a:pt x="4080141" y="409985"/>
                  <a:pt x="3790742" y="352874"/>
                  <a:pt x="3562788" y="385894"/>
                </a:cubicBezTo>
                <a:cubicBezTo>
                  <a:pt x="3334834" y="418914"/>
                  <a:pt x="3181347" y="381756"/>
                  <a:pt x="2816174" y="385894"/>
                </a:cubicBezTo>
                <a:cubicBezTo>
                  <a:pt x="2451001" y="390032"/>
                  <a:pt x="2331705" y="397249"/>
                  <a:pt x="2069561" y="385894"/>
                </a:cubicBezTo>
                <a:cubicBezTo>
                  <a:pt x="1807417" y="374539"/>
                  <a:pt x="1566853" y="389418"/>
                  <a:pt x="1414636" y="385894"/>
                </a:cubicBezTo>
                <a:cubicBezTo>
                  <a:pt x="1262419" y="382370"/>
                  <a:pt x="963577" y="380456"/>
                  <a:pt x="668023" y="385894"/>
                </a:cubicBezTo>
                <a:cubicBezTo>
                  <a:pt x="372469" y="391332"/>
                  <a:pt x="215725" y="400789"/>
                  <a:pt x="0" y="385894"/>
                </a:cubicBezTo>
                <a:cubicBezTo>
                  <a:pt x="-8782" y="245997"/>
                  <a:pt x="4906" y="166052"/>
                  <a:pt x="0" y="0"/>
                </a:cubicBezTo>
                <a:close/>
              </a:path>
              <a:path w="9168939" h="385894" stroke="0" extrusionOk="0">
                <a:moveTo>
                  <a:pt x="0" y="0"/>
                </a:moveTo>
                <a:cubicBezTo>
                  <a:pt x="218231" y="-28203"/>
                  <a:pt x="655585" y="-32911"/>
                  <a:pt x="838303" y="0"/>
                </a:cubicBezTo>
                <a:cubicBezTo>
                  <a:pt x="1021021" y="32911"/>
                  <a:pt x="1252932" y="16683"/>
                  <a:pt x="1493227" y="0"/>
                </a:cubicBezTo>
                <a:cubicBezTo>
                  <a:pt x="1733522" y="-16683"/>
                  <a:pt x="1872003" y="-21577"/>
                  <a:pt x="2056462" y="0"/>
                </a:cubicBezTo>
                <a:cubicBezTo>
                  <a:pt x="2240921" y="21577"/>
                  <a:pt x="2418077" y="-26779"/>
                  <a:pt x="2619697" y="0"/>
                </a:cubicBezTo>
                <a:cubicBezTo>
                  <a:pt x="2821318" y="26779"/>
                  <a:pt x="2907280" y="-8726"/>
                  <a:pt x="3182932" y="0"/>
                </a:cubicBezTo>
                <a:cubicBezTo>
                  <a:pt x="3458585" y="8726"/>
                  <a:pt x="3519149" y="10932"/>
                  <a:pt x="3654477" y="0"/>
                </a:cubicBezTo>
                <a:cubicBezTo>
                  <a:pt x="3789806" y="-10932"/>
                  <a:pt x="4139996" y="-27403"/>
                  <a:pt x="4492780" y="0"/>
                </a:cubicBezTo>
                <a:cubicBezTo>
                  <a:pt x="4845564" y="27403"/>
                  <a:pt x="4934507" y="11503"/>
                  <a:pt x="5056015" y="0"/>
                </a:cubicBezTo>
                <a:cubicBezTo>
                  <a:pt x="5177523" y="-11503"/>
                  <a:pt x="5473906" y="29200"/>
                  <a:pt x="5802629" y="0"/>
                </a:cubicBezTo>
                <a:cubicBezTo>
                  <a:pt x="6131352" y="-29200"/>
                  <a:pt x="6456552" y="4047"/>
                  <a:pt x="6640932" y="0"/>
                </a:cubicBezTo>
                <a:cubicBezTo>
                  <a:pt x="6825312" y="-4047"/>
                  <a:pt x="7046464" y="26611"/>
                  <a:pt x="7387545" y="0"/>
                </a:cubicBezTo>
                <a:cubicBezTo>
                  <a:pt x="7728626" y="-26611"/>
                  <a:pt x="7625758" y="10482"/>
                  <a:pt x="7859091" y="0"/>
                </a:cubicBezTo>
                <a:cubicBezTo>
                  <a:pt x="8092424" y="-10482"/>
                  <a:pt x="8115292" y="-19664"/>
                  <a:pt x="8330636" y="0"/>
                </a:cubicBezTo>
                <a:cubicBezTo>
                  <a:pt x="8545981" y="19664"/>
                  <a:pt x="8966081" y="4899"/>
                  <a:pt x="9168939" y="0"/>
                </a:cubicBezTo>
                <a:cubicBezTo>
                  <a:pt x="9175002" y="178796"/>
                  <a:pt x="9173854" y="301434"/>
                  <a:pt x="9168939" y="385894"/>
                </a:cubicBezTo>
                <a:cubicBezTo>
                  <a:pt x="9031860" y="376904"/>
                  <a:pt x="8931073" y="372841"/>
                  <a:pt x="8789083" y="385894"/>
                </a:cubicBezTo>
                <a:cubicBezTo>
                  <a:pt x="8647093" y="398947"/>
                  <a:pt x="8492838" y="374906"/>
                  <a:pt x="8317538" y="385894"/>
                </a:cubicBezTo>
                <a:cubicBezTo>
                  <a:pt x="8142238" y="396882"/>
                  <a:pt x="7820151" y="383987"/>
                  <a:pt x="7570924" y="385894"/>
                </a:cubicBezTo>
                <a:cubicBezTo>
                  <a:pt x="7321697" y="387801"/>
                  <a:pt x="7184648" y="363976"/>
                  <a:pt x="7007689" y="385894"/>
                </a:cubicBezTo>
                <a:cubicBezTo>
                  <a:pt x="6830731" y="407812"/>
                  <a:pt x="6433526" y="367103"/>
                  <a:pt x="6261075" y="385894"/>
                </a:cubicBezTo>
                <a:cubicBezTo>
                  <a:pt x="6088624" y="404685"/>
                  <a:pt x="5682555" y="401736"/>
                  <a:pt x="5422772" y="385894"/>
                </a:cubicBezTo>
                <a:cubicBezTo>
                  <a:pt x="5162989" y="370052"/>
                  <a:pt x="4973264" y="396845"/>
                  <a:pt x="4859538" y="385894"/>
                </a:cubicBezTo>
                <a:cubicBezTo>
                  <a:pt x="4745812" y="374943"/>
                  <a:pt x="4502956" y="397324"/>
                  <a:pt x="4296303" y="385894"/>
                </a:cubicBezTo>
                <a:cubicBezTo>
                  <a:pt x="4089651" y="374464"/>
                  <a:pt x="3833998" y="376715"/>
                  <a:pt x="3641379" y="385894"/>
                </a:cubicBezTo>
                <a:cubicBezTo>
                  <a:pt x="3448760" y="395073"/>
                  <a:pt x="3152948" y="396857"/>
                  <a:pt x="2803076" y="385894"/>
                </a:cubicBezTo>
                <a:cubicBezTo>
                  <a:pt x="2453204" y="374931"/>
                  <a:pt x="2489666" y="397464"/>
                  <a:pt x="2239841" y="385894"/>
                </a:cubicBezTo>
                <a:cubicBezTo>
                  <a:pt x="1990017" y="374324"/>
                  <a:pt x="1905885" y="380236"/>
                  <a:pt x="1676606" y="385894"/>
                </a:cubicBezTo>
                <a:cubicBezTo>
                  <a:pt x="1447327" y="391552"/>
                  <a:pt x="1308139" y="381525"/>
                  <a:pt x="1205061" y="385894"/>
                </a:cubicBezTo>
                <a:cubicBezTo>
                  <a:pt x="1101983" y="390263"/>
                  <a:pt x="532569" y="416488"/>
                  <a:pt x="0" y="385894"/>
                </a:cubicBezTo>
                <a:cubicBezTo>
                  <a:pt x="11588" y="203059"/>
                  <a:pt x="4866" y="18246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4995779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L" dirty="0">
                <a:solidFill>
                  <a:sysClr val="windowText" lastClr="000000"/>
                </a:solidFill>
              </a:rPr>
              <a:t>Currently Loaded File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748F62-2802-2756-9B44-46E41A749DA7}"/>
              </a:ext>
            </a:extLst>
          </p:cNvPr>
          <p:cNvSpPr/>
          <p:nvPr/>
        </p:nvSpPr>
        <p:spPr>
          <a:xfrm>
            <a:off x="507077" y="890026"/>
            <a:ext cx="1874764" cy="385894"/>
          </a:xfrm>
          <a:custGeom>
            <a:avLst/>
            <a:gdLst>
              <a:gd name="csX0" fmla="*/ 0 w 1874764"/>
              <a:gd name="csY0" fmla="*/ 0 h 385894"/>
              <a:gd name="csX1" fmla="*/ 506186 w 1874764"/>
              <a:gd name="csY1" fmla="*/ 0 h 385894"/>
              <a:gd name="csX2" fmla="*/ 974877 w 1874764"/>
              <a:gd name="csY2" fmla="*/ 0 h 385894"/>
              <a:gd name="csX3" fmla="*/ 1462316 w 1874764"/>
              <a:gd name="csY3" fmla="*/ 0 h 385894"/>
              <a:gd name="csX4" fmla="*/ 1874764 w 1874764"/>
              <a:gd name="csY4" fmla="*/ 0 h 385894"/>
              <a:gd name="csX5" fmla="*/ 1874764 w 1874764"/>
              <a:gd name="csY5" fmla="*/ 385894 h 385894"/>
              <a:gd name="csX6" fmla="*/ 1443568 w 1874764"/>
              <a:gd name="csY6" fmla="*/ 385894 h 385894"/>
              <a:gd name="csX7" fmla="*/ 956130 w 1874764"/>
              <a:gd name="csY7" fmla="*/ 385894 h 385894"/>
              <a:gd name="csX8" fmla="*/ 524934 w 1874764"/>
              <a:gd name="csY8" fmla="*/ 385894 h 385894"/>
              <a:gd name="csX9" fmla="*/ 0 w 1874764"/>
              <a:gd name="csY9" fmla="*/ 385894 h 385894"/>
              <a:gd name="csX10" fmla="*/ 0 w 1874764"/>
              <a:gd name="csY10" fmla="*/ 0 h 385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74764" h="385894" fill="none" extrusionOk="0">
                <a:moveTo>
                  <a:pt x="0" y="0"/>
                </a:moveTo>
                <a:cubicBezTo>
                  <a:pt x="230082" y="-929"/>
                  <a:pt x="349897" y="30565"/>
                  <a:pt x="506186" y="0"/>
                </a:cubicBezTo>
                <a:cubicBezTo>
                  <a:pt x="662475" y="-30565"/>
                  <a:pt x="751571" y="21580"/>
                  <a:pt x="974877" y="0"/>
                </a:cubicBezTo>
                <a:cubicBezTo>
                  <a:pt x="1198183" y="-21580"/>
                  <a:pt x="1309599" y="52045"/>
                  <a:pt x="1462316" y="0"/>
                </a:cubicBezTo>
                <a:cubicBezTo>
                  <a:pt x="1615033" y="-52045"/>
                  <a:pt x="1703123" y="49223"/>
                  <a:pt x="1874764" y="0"/>
                </a:cubicBezTo>
                <a:cubicBezTo>
                  <a:pt x="1877411" y="144554"/>
                  <a:pt x="1839267" y="282499"/>
                  <a:pt x="1874764" y="385894"/>
                </a:cubicBezTo>
                <a:cubicBezTo>
                  <a:pt x="1751510" y="414343"/>
                  <a:pt x="1568457" y="354306"/>
                  <a:pt x="1443568" y="385894"/>
                </a:cubicBezTo>
                <a:cubicBezTo>
                  <a:pt x="1318679" y="417482"/>
                  <a:pt x="1076748" y="327964"/>
                  <a:pt x="956130" y="385894"/>
                </a:cubicBezTo>
                <a:cubicBezTo>
                  <a:pt x="835512" y="443824"/>
                  <a:pt x="726293" y="355254"/>
                  <a:pt x="524934" y="385894"/>
                </a:cubicBezTo>
                <a:cubicBezTo>
                  <a:pt x="323575" y="416534"/>
                  <a:pt x="182563" y="360138"/>
                  <a:pt x="0" y="385894"/>
                </a:cubicBezTo>
                <a:cubicBezTo>
                  <a:pt x="-39220" y="276810"/>
                  <a:pt x="40825" y="108310"/>
                  <a:pt x="0" y="0"/>
                </a:cubicBezTo>
                <a:close/>
              </a:path>
              <a:path w="1874764" h="385894" stroke="0" extrusionOk="0">
                <a:moveTo>
                  <a:pt x="0" y="0"/>
                </a:moveTo>
                <a:cubicBezTo>
                  <a:pt x="97512" y="-38364"/>
                  <a:pt x="249012" y="28130"/>
                  <a:pt x="468691" y="0"/>
                </a:cubicBezTo>
                <a:cubicBezTo>
                  <a:pt x="688370" y="-28130"/>
                  <a:pt x="825591" y="12703"/>
                  <a:pt x="937382" y="0"/>
                </a:cubicBezTo>
                <a:cubicBezTo>
                  <a:pt x="1049173" y="-12703"/>
                  <a:pt x="1292795" y="4236"/>
                  <a:pt x="1387325" y="0"/>
                </a:cubicBezTo>
                <a:cubicBezTo>
                  <a:pt x="1481855" y="-4236"/>
                  <a:pt x="1759663" y="4847"/>
                  <a:pt x="1874764" y="0"/>
                </a:cubicBezTo>
                <a:cubicBezTo>
                  <a:pt x="1885139" y="96896"/>
                  <a:pt x="1874671" y="193302"/>
                  <a:pt x="1874764" y="385894"/>
                </a:cubicBezTo>
                <a:cubicBezTo>
                  <a:pt x="1703668" y="439369"/>
                  <a:pt x="1618835" y="379339"/>
                  <a:pt x="1368578" y="385894"/>
                </a:cubicBezTo>
                <a:cubicBezTo>
                  <a:pt x="1118321" y="392449"/>
                  <a:pt x="1039191" y="351335"/>
                  <a:pt x="956130" y="385894"/>
                </a:cubicBezTo>
                <a:cubicBezTo>
                  <a:pt x="873069" y="420453"/>
                  <a:pt x="571776" y="334161"/>
                  <a:pt x="468691" y="385894"/>
                </a:cubicBezTo>
                <a:cubicBezTo>
                  <a:pt x="365606" y="437627"/>
                  <a:pt x="170428" y="375785"/>
                  <a:pt x="0" y="385894"/>
                </a:cubicBezTo>
                <a:cubicBezTo>
                  <a:pt x="-9539" y="233523"/>
                  <a:pt x="2604" y="13700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7750866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Load File Button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9C36A-4C1A-2879-A957-42759C52B642}"/>
              </a:ext>
            </a:extLst>
          </p:cNvPr>
          <p:cNvSpPr txBox="1"/>
          <p:nvPr/>
        </p:nvSpPr>
        <p:spPr>
          <a:xfrm>
            <a:off x="5446944" y="492473"/>
            <a:ext cx="160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Guess Market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725FC-FC2A-5652-4FF3-DF64639A3E28}"/>
              </a:ext>
            </a:extLst>
          </p:cNvPr>
          <p:cNvSpPr/>
          <p:nvPr/>
        </p:nvSpPr>
        <p:spPr>
          <a:xfrm>
            <a:off x="492614" y="1690374"/>
            <a:ext cx="2837063" cy="4741957"/>
          </a:xfrm>
          <a:custGeom>
            <a:avLst/>
            <a:gdLst>
              <a:gd name="csX0" fmla="*/ 0 w 2837063"/>
              <a:gd name="csY0" fmla="*/ 0 h 4741957"/>
              <a:gd name="csX1" fmla="*/ 595783 w 2837063"/>
              <a:gd name="csY1" fmla="*/ 0 h 4741957"/>
              <a:gd name="csX2" fmla="*/ 1163196 w 2837063"/>
              <a:gd name="csY2" fmla="*/ 0 h 4741957"/>
              <a:gd name="csX3" fmla="*/ 1787350 w 2837063"/>
              <a:gd name="csY3" fmla="*/ 0 h 4741957"/>
              <a:gd name="csX4" fmla="*/ 2837063 w 2837063"/>
              <a:gd name="csY4" fmla="*/ 0 h 4741957"/>
              <a:gd name="csX5" fmla="*/ 2837063 w 2837063"/>
              <a:gd name="csY5" fmla="*/ 772262 h 4741957"/>
              <a:gd name="csX6" fmla="*/ 2837063 w 2837063"/>
              <a:gd name="csY6" fmla="*/ 1307425 h 4741957"/>
              <a:gd name="csX7" fmla="*/ 2837063 w 2837063"/>
              <a:gd name="csY7" fmla="*/ 1984848 h 4741957"/>
              <a:gd name="csX8" fmla="*/ 2837063 w 2837063"/>
              <a:gd name="csY8" fmla="*/ 2614851 h 4741957"/>
              <a:gd name="csX9" fmla="*/ 2837063 w 2837063"/>
              <a:gd name="csY9" fmla="*/ 3339693 h 4741957"/>
              <a:gd name="csX10" fmla="*/ 2837063 w 2837063"/>
              <a:gd name="csY10" fmla="*/ 4064535 h 4741957"/>
              <a:gd name="csX11" fmla="*/ 2837063 w 2837063"/>
              <a:gd name="csY11" fmla="*/ 4741957 h 4741957"/>
              <a:gd name="csX12" fmla="*/ 2354762 w 2837063"/>
              <a:gd name="csY12" fmla="*/ 4741957 h 4741957"/>
              <a:gd name="csX13" fmla="*/ 1872462 w 2837063"/>
              <a:gd name="csY13" fmla="*/ 4741957 h 4741957"/>
              <a:gd name="csX14" fmla="*/ 1333420 w 2837063"/>
              <a:gd name="csY14" fmla="*/ 4741957 h 4741957"/>
              <a:gd name="csX15" fmla="*/ 794378 w 2837063"/>
              <a:gd name="csY15" fmla="*/ 4741957 h 4741957"/>
              <a:gd name="csX16" fmla="*/ 0 w 2837063"/>
              <a:gd name="csY16" fmla="*/ 4741957 h 4741957"/>
              <a:gd name="csX17" fmla="*/ 0 w 2837063"/>
              <a:gd name="csY17" fmla="*/ 4206793 h 4741957"/>
              <a:gd name="csX18" fmla="*/ 0 w 2837063"/>
              <a:gd name="csY18" fmla="*/ 3671630 h 4741957"/>
              <a:gd name="csX19" fmla="*/ 0 w 2837063"/>
              <a:gd name="csY19" fmla="*/ 3136466 h 4741957"/>
              <a:gd name="csX20" fmla="*/ 0 w 2837063"/>
              <a:gd name="csY20" fmla="*/ 2601302 h 4741957"/>
              <a:gd name="csX21" fmla="*/ 0 w 2837063"/>
              <a:gd name="csY21" fmla="*/ 1876460 h 4741957"/>
              <a:gd name="csX22" fmla="*/ 0 w 2837063"/>
              <a:gd name="csY22" fmla="*/ 1293877 h 4741957"/>
              <a:gd name="csX23" fmla="*/ 0 w 2837063"/>
              <a:gd name="csY23" fmla="*/ 0 h 4741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2837063" h="4741957" fill="none" extrusionOk="0">
                <a:moveTo>
                  <a:pt x="0" y="0"/>
                </a:moveTo>
                <a:cubicBezTo>
                  <a:pt x="127042" y="-8875"/>
                  <a:pt x="317564" y="-3712"/>
                  <a:pt x="595783" y="0"/>
                </a:cubicBezTo>
                <a:cubicBezTo>
                  <a:pt x="874002" y="3712"/>
                  <a:pt x="927165" y="19662"/>
                  <a:pt x="1163196" y="0"/>
                </a:cubicBezTo>
                <a:cubicBezTo>
                  <a:pt x="1399227" y="-19662"/>
                  <a:pt x="1647136" y="12860"/>
                  <a:pt x="1787350" y="0"/>
                </a:cubicBezTo>
                <a:cubicBezTo>
                  <a:pt x="1927564" y="-12860"/>
                  <a:pt x="2370620" y="-23259"/>
                  <a:pt x="2837063" y="0"/>
                </a:cubicBezTo>
                <a:cubicBezTo>
                  <a:pt x="2838239" y="358036"/>
                  <a:pt x="2864579" y="387065"/>
                  <a:pt x="2837063" y="772262"/>
                </a:cubicBezTo>
                <a:cubicBezTo>
                  <a:pt x="2809547" y="1157459"/>
                  <a:pt x="2835111" y="1125265"/>
                  <a:pt x="2837063" y="1307425"/>
                </a:cubicBezTo>
                <a:cubicBezTo>
                  <a:pt x="2839015" y="1489585"/>
                  <a:pt x="2810985" y="1751897"/>
                  <a:pt x="2837063" y="1984848"/>
                </a:cubicBezTo>
                <a:cubicBezTo>
                  <a:pt x="2863141" y="2217799"/>
                  <a:pt x="2857492" y="2416460"/>
                  <a:pt x="2837063" y="2614851"/>
                </a:cubicBezTo>
                <a:cubicBezTo>
                  <a:pt x="2816634" y="2813242"/>
                  <a:pt x="2808463" y="3001624"/>
                  <a:pt x="2837063" y="3339693"/>
                </a:cubicBezTo>
                <a:cubicBezTo>
                  <a:pt x="2865663" y="3677762"/>
                  <a:pt x="2857838" y="3826296"/>
                  <a:pt x="2837063" y="4064535"/>
                </a:cubicBezTo>
                <a:cubicBezTo>
                  <a:pt x="2816288" y="4302774"/>
                  <a:pt x="2836120" y="4464800"/>
                  <a:pt x="2837063" y="4741957"/>
                </a:cubicBezTo>
                <a:cubicBezTo>
                  <a:pt x="2608048" y="4743254"/>
                  <a:pt x="2545299" y="4746938"/>
                  <a:pt x="2354762" y="4741957"/>
                </a:cubicBezTo>
                <a:cubicBezTo>
                  <a:pt x="2164225" y="4736976"/>
                  <a:pt x="2074271" y="4741985"/>
                  <a:pt x="1872462" y="4741957"/>
                </a:cubicBezTo>
                <a:cubicBezTo>
                  <a:pt x="1670653" y="4741929"/>
                  <a:pt x="1515409" y="4745663"/>
                  <a:pt x="1333420" y="4741957"/>
                </a:cubicBezTo>
                <a:cubicBezTo>
                  <a:pt x="1151431" y="4738251"/>
                  <a:pt x="930103" y="4765794"/>
                  <a:pt x="794378" y="4741957"/>
                </a:cubicBezTo>
                <a:cubicBezTo>
                  <a:pt x="658653" y="4718120"/>
                  <a:pt x="294013" y="4711939"/>
                  <a:pt x="0" y="4741957"/>
                </a:cubicBezTo>
                <a:cubicBezTo>
                  <a:pt x="-1059" y="4585182"/>
                  <a:pt x="-11549" y="4431578"/>
                  <a:pt x="0" y="4206793"/>
                </a:cubicBezTo>
                <a:cubicBezTo>
                  <a:pt x="11549" y="3982008"/>
                  <a:pt x="19504" y="3847892"/>
                  <a:pt x="0" y="3671630"/>
                </a:cubicBezTo>
                <a:cubicBezTo>
                  <a:pt x="-19504" y="3495368"/>
                  <a:pt x="2780" y="3307358"/>
                  <a:pt x="0" y="3136466"/>
                </a:cubicBezTo>
                <a:cubicBezTo>
                  <a:pt x="-2780" y="2965574"/>
                  <a:pt x="-16499" y="2731738"/>
                  <a:pt x="0" y="2601302"/>
                </a:cubicBezTo>
                <a:cubicBezTo>
                  <a:pt x="16499" y="2470866"/>
                  <a:pt x="-13290" y="2212316"/>
                  <a:pt x="0" y="1876460"/>
                </a:cubicBezTo>
                <a:cubicBezTo>
                  <a:pt x="13290" y="1540604"/>
                  <a:pt x="15335" y="1504512"/>
                  <a:pt x="0" y="1293877"/>
                </a:cubicBezTo>
                <a:cubicBezTo>
                  <a:pt x="-15335" y="1083242"/>
                  <a:pt x="22078" y="274178"/>
                  <a:pt x="0" y="0"/>
                </a:cubicBezTo>
                <a:close/>
              </a:path>
              <a:path w="2837063" h="4741957" stroke="0" extrusionOk="0">
                <a:moveTo>
                  <a:pt x="0" y="0"/>
                </a:moveTo>
                <a:cubicBezTo>
                  <a:pt x="212530" y="22911"/>
                  <a:pt x="326710" y="9771"/>
                  <a:pt x="482301" y="0"/>
                </a:cubicBezTo>
                <a:cubicBezTo>
                  <a:pt x="637892" y="-9771"/>
                  <a:pt x="922620" y="-27242"/>
                  <a:pt x="1049713" y="0"/>
                </a:cubicBezTo>
                <a:cubicBezTo>
                  <a:pt x="1176806" y="27242"/>
                  <a:pt x="1489363" y="29529"/>
                  <a:pt x="1673867" y="0"/>
                </a:cubicBezTo>
                <a:cubicBezTo>
                  <a:pt x="1858371" y="-29529"/>
                  <a:pt x="2022468" y="-10118"/>
                  <a:pt x="2269650" y="0"/>
                </a:cubicBezTo>
                <a:cubicBezTo>
                  <a:pt x="2516832" y="10118"/>
                  <a:pt x="2645975" y="-26151"/>
                  <a:pt x="2837063" y="0"/>
                </a:cubicBezTo>
                <a:cubicBezTo>
                  <a:pt x="2862556" y="278325"/>
                  <a:pt x="2846719" y="449788"/>
                  <a:pt x="2837063" y="772262"/>
                </a:cubicBezTo>
                <a:cubicBezTo>
                  <a:pt x="2827407" y="1094736"/>
                  <a:pt x="2862619" y="1214553"/>
                  <a:pt x="2837063" y="1354845"/>
                </a:cubicBezTo>
                <a:cubicBezTo>
                  <a:pt x="2811507" y="1495137"/>
                  <a:pt x="2813016" y="1857078"/>
                  <a:pt x="2837063" y="2032267"/>
                </a:cubicBezTo>
                <a:cubicBezTo>
                  <a:pt x="2861110" y="2207456"/>
                  <a:pt x="2810914" y="2500438"/>
                  <a:pt x="2837063" y="2662270"/>
                </a:cubicBezTo>
                <a:cubicBezTo>
                  <a:pt x="2863212" y="2824102"/>
                  <a:pt x="2831780" y="3118153"/>
                  <a:pt x="2837063" y="3387112"/>
                </a:cubicBezTo>
                <a:cubicBezTo>
                  <a:pt x="2842346" y="3656071"/>
                  <a:pt x="2825395" y="3861053"/>
                  <a:pt x="2837063" y="4017115"/>
                </a:cubicBezTo>
                <a:cubicBezTo>
                  <a:pt x="2848731" y="4173177"/>
                  <a:pt x="2863586" y="4400252"/>
                  <a:pt x="2837063" y="4741957"/>
                </a:cubicBezTo>
                <a:cubicBezTo>
                  <a:pt x="2670758" y="4730717"/>
                  <a:pt x="2448432" y="4727669"/>
                  <a:pt x="2269650" y="4741957"/>
                </a:cubicBezTo>
                <a:cubicBezTo>
                  <a:pt x="2090868" y="4756245"/>
                  <a:pt x="1927636" y="4765545"/>
                  <a:pt x="1702238" y="4741957"/>
                </a:cubicBezTo>
                <a:cubicBezTo>
                  <a:pt x="1476840" y="4718369"/>
                  <a:pt x="1350619" y="4754895"/>
                  <a:pt x="1219937" y="4741957"/>
                </a:cubicBezTo>
                <a:cubicBezTo>
                  <a:pt x="1089255" y="4729019"/>
                  <a:pt x="897647" y="4730905"/>
                  <a:pt x="680895" y="4741957"/>
                </a:cubicBezTo>
                <a:cubicBezTo>
                  <a:pt x="464143" y="4753009"/>
                  <a:pt x="138876" y="4774697"/>
                  <a:pt x="0" y="4741957"/>
                </a:cubicBezTo>
                <a:cubicBezTo>
                  <a:pt x="-17599" y="4494906"/>
                  <a:pt x="23219" y="4385722"/>
                  <a:pt x="0" y="4206793"/>
                </a:cubicBezTo>
                <a:cubicBezTo>
                  <a:pt x="-23219" y="4027864"/>
                  <a:pt x="33457" y="3774086"/>
                  <a:pt x="0" y="3529371"/>
                </a:cubicBezTo>
                <a:cubicBezTo>
                  <a:pt x="-33457" y="3284656"/>
                  <a:pt x="2401" y="3069472"/>
                  <a:pt x="0" y="2804529"/>
                </a:cubicBezTo>
                <a:cubicBezTo>
                  <a:pt x="-2401" y="2539586"/>
                  <a:pt x="-17519" y="2473730"/>
                  <a:pt x="0" y="2269365"/>
                </a:cubicBezTo>
                <a:cubicBezTo>
                  <a:pt x="17519" y="2065000"/>
                  <a:pt x="20958" y="1905937"/>
                  <a:pt x="0" y="1544523"/>
                </a:cubicBezTo>
                <a:cubicBezTo>
                  <a:pt x="-20958" y="1183109"/>
                  <a:pt x="21526" y="1239388"/>
                  <a:pt x="0" y="1009359"/>
                </a:cubicBezTo>
                <a:cubicBezTo>
                  <a:pt x="-21526" y="779330"/>
                  <a:pt x="-28090" y="503400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Users Table</a:t>
            </a:r>
            <a:endParaRPr lang="en-IL" sz="3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0169ED-7CBB-5928-6F1D-63857F42709E}"/>
              </a:ext>
            </a:extLst>
          </p:cNvPr>
          <p:cNvSpPr/>
          <p:nvPr/>
        </p:nvSpPr>
        <p:spPr>
          <a:xfrm>
            <a:off x="3556702" y="1690374"/>
            <a:ext cx="8142684" cy="4741957"/>
          </a:xfrm>
          <a:custGeom>
            <a:avLst/>
            <a:gdLst>
              <a:gd name="csX0" fmla="*/ 0 w 8142684"/>
              <a:gd name="csY0" fmla="*/ 0 h 4741957"/>
              <a:gd name="csX1" fmla="*/ 434276 w 8142684"/>
              <a:gd name="csY1" fmla="*/ 0 h 4741957"/>
              <a:gd name="csX2" fmla="*/ 1194260 w 8142684"/>
              <a:gd name="csY2" fmla="*/ 0 h 4741957"/>
              <a:gd name="csX3" fmla="*/ 2035671 w 8142684"/>
              <a:gd name="csY3" fmla="*/ 0 h 4741957"/>
              <a:gd name="csX4" fmla="*/ 2551374 w 8142684"/>
              <a:gd name="csY4" fmla="*/ 0 h 4741957"/>
              <a:gd name="csX5" fmla="*/ 2985651 w 8142684"/>
              <a:gd name="csY5" fmla="*/ 0 h 4741957"/>
              <a:gd name="csX6" fmla="*/ 3419927 w 8142684"/>
              <a:gd name="csY6" fmla="*/ 0 h 4741957"/>
              <a:gd name="csX7" fmla="*/ 3854204 w 8142684"/>
              <a:gd name="csY7" fmla="*/ 0 h 4741957"/>
              <a:gd name="csX8" fmla="*/ 4288480 w 8142684"/>
              <a:gd name="csY8" fmla="*/ 0 h 4741957"/>
              <a:gd name="csX9" fmla="*/ 5048464 w 8142684"/>
              <a:gd name="csY9" fmla="*/ 0 h 4741957"/>
              <a:gd name="csX10" fmla="*/ 5564167 w 8142684"/>
              <a:gd name="csY10" fmla="*/ 0 h 4741957"/>
              <a:gd name="csX11" fmla="*/ 6324151 w 8142684"/>
              <a:gd name="csY11" fmla="*/ 0 h 4741957"/>
              <a:gd name="csX12" fmla="*/ 6921281 w 8142684"/>
              <a:gd name="csY12" fmla="*/ 0 h 4741957"/>
              <a:gd name="csX13" fmla="*/ 7518412 w 8142684"/>
              <a:gd name="csY13" fmla="*/ 0 h 4741957"/>
              <a:gd name="csX14" fmla="*/ 8142684 w 8142684"/>
              <a:gd name="csY14" fmla="*/ 0 h 4741957"/>
              <a:gd name="csX15" fmla="*/ 8142684 w 8142684"/>
              <a:gd name="csY15" fmla="*/ 630003 h 4741957"/>
              <a:gd name="csX16" fmla="*/ 8142684 w 8142684"/>
              <a:gd name="csY16" fmla="*/ 1354845 h 4741957"/>
              <a:gd name="csX17" fmla="*/ 8142684 w 8142684"/>
              <a:gd name="csY17" fmla="*/ 1890009 h 4741957"/>
              <a:gd name="csX18" fmla="*/ 8142684 w 8142684"/>
              <a:gd name="csY18" fmla="*/ 2662270 h 4741957"/>
              <a:gd name="csX19" fmla="*/ 8142684 w 8142684"/>
              <a:gd name="csY19" fmla="*/ 3339693 h 4741957"/>
              <a:gd name="csX20" fmla="*/ 8142684 w 8142684"/>
              <a:gd name="csY20" fmla="*/ 4017115 h 4741957"/>
              <a:gd name="csX21" fmla="*/ 8142684 w 8142684"/>
              <a:gd name="csY21" fmla="*/ 4741957 h 4741957"/>
              <a:gd name="csX22" fmla="*/ 7708408 w 8142684"/>
              <a:gd name="csY22" fmla="*/ 4741957 h 4741957"/>
              <a:gd name="csX23" fmla="*/ 7111277 w 8142684"/>
              <a:gd name="csY23" fmla="*/ 4741957 h 4741957"/>
              <a:gd name="csX24" fmla="*/ 6432720 w 8142684"/>
              <a:gd name="csY24" fmla="*/ 4741957 h 4741957"/>
              <a:gd name="csX25" fmla="*/ 5672737 w 8142684"/>
              <a:gd name="csY25" fmla="*/ 4741957 h 4741957"/>
              <a:gd name="csX26" fmla="*/ 5238460 w 8142684"/>
              <a:gd name="csY26" fmla="*/ 4741957 h 4741957"/>
              <a:gd name="csX27" fmla="*/ 4559903 w 8142684"/>
              <a:gd name="csY27" fmla="*/ 4741957 h 4741957"/>
              <a:gd name="csX28" fmla="*/ 3799919 w 8142684"/>
              <a:gd name="csY28" fmla="*/ 4741957 h 4741957"/>
              <a:gd name="csX29" fmla="*/ 3039935 w 8142684"/>
              <a:gd name="csY29" fmla="*/ 4741957 h 4741957"/>
              <a:gd name="csX30" fmla="*/ 2198525 w 8142684"/>
              <a:gd name="csY30" fmla="*/ 4741957 h 4741957"/>
              <a:gd name="csX31" fmla="*/ 1438541 w 8142684"/>
              <a:gd name="csY31" fmla="*/ 4741957 h 4741957"/>
              <a:gd name="csX32" fmla="*/ 759984 w 8142684"/>
              <a:gd name="csY32" fmla="*/ 4741957 h 4741957"/>
              <a:gd name="csX33" fmla="*/ 0 w 8142684"/>
              <a:gd name="csY33" fmla="*/ 4741957 h 4741957"/>
              <a:gd name="csX34" fmla="*/ 0 w 8142684"/>
              <a:gd name="csY34" fmla="*/ 4111954 h 4741957"/>
              <a:gd name="csX35" fmla="*/ 0 w 8142684"/>
              <a:gd name="csY35" fmla="*/ 3576790 h 4741957"/>
              <a:gd name="csX36" fmla="*/ 0 w 8142684"/>
              <a:gd name="csY36" fmla="*/ 2851948 h 4741957"/>
              <a:gd name="csX37" fmla="*/ 0 w 8142684"/>
              <a:gd name="csY37" fmla="*/ 2174526 h 4741957"/>
              <a:gd name="csX38" fmla="*/ 0 w 8142684"/>
              <a:gd name="csY38" fmla="*/ 1449684 h 4741957"/>
              <a:gd name="csX39" fmla="*/ 0 w 8142684"/>
              <a:gd name="csY39" fmla="*/ 724842 h 4741957"/>
              <a:gd name="csX40" fmla="*/ 0 w 8142684"/>
              <a:gd name="csY40" fmla="*/ 0 h 4741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8142684" h="4741957" fill="none" extrusionOk="0">
                <a:moveTo>
                  <a:pt x="0" y="0"/>
                </a:moveTo>
                <a:cubicBezTo>
                  <a:pt x="161989" y="-212"/>
                  <a:pt x="244617" y="-21166"/>
                  <a:pt x="434276" y="0"/>
                </a:cubicBezTo>
                <a:cubicBezTo>
                  <a:pt x="623935" y="21166"/>
                  <a:pt x="869301" y="-11795"/>
                  <a:pt x="1194260" y="0"/>
                </a:cubicBezTo>
                <a:cubicBezTo>
                  <a:pt x="1519219" y="11795"/>
                  <a:pt x="1642899" y="-40375"/>
                  <a:pt x="2035671" y="0"/>
                </a:cubicBezTo>
                <a:cubicBezTo>
                  <a:pt x="2428443" y="40375"/>
                  <a:pt x="2426810" y="19407"/>
                  <a:pt x="2551374" y="0"/>
                </a:cubicBezTo>
                <a:cubicBezTo>
                  <a:pt x="2675938" y="-19407"/>
                  <a:pt x="2846819" y="20674"/>
                  <a:pt x="2985651" y="0"/>
                </a:cubicBezTo>
                <a:cubicBezTo>
                  <a:pt x="3124483" y="-20674"/>
                  <a:pt x="3282693" y="-19010"/>
                  <a:pt x="3419927" y="0"/>
                </a:cubicBezTo>
                <a:cubicBezTo>
                  <a:pt x="3557161" y="19010"/>
                  <a:pt x="3641478" y="15550"/>
                  <a:pt x="3854204" y="0"/>
                </a:cubicBezTo>
                <a:cubicBezTo>
                  <a:pt x="4066930" y="-15550"/>
                  <a:pt x="4181259" y="-7675"/>
                  <a:pt x="4288480" y="0"/>
                </a:cubicBezTo>
                <a:cubicBezTo>
                  <a:pt x="4395701" y="7675"/>
                  <a:pt x="4682284" y="-25586"/>
                  <a:pt x="5048464" y="0"/>
                </a:cubicBezTo>
                <a:cubicBezTo>
                  <a:pt x="5414644" y="25586"/>
                  <a:pt x="5402111" y="24417"/>
                  <a:pt x="5564167" y="0"/>
                </a:cubicBezTo>
                <a:cubicBezTo>
                  <a:pt x="5726223" y="-24417"/>
                  <a:pt x="6050623" y="-4932"/>
                  <a:pt x="6324151" y="0"/>
                </a:cubicBezTo>
                <a:cubicBezTo>
                  <a:pt x="6597679" y="4932"/>
                  <a:pt x="6643799" y="1347"/>
                  <a:pt x="6921281" y="0"/>
                </a:cubicBezTo>
                <a:cubicBezTo>
                  <a:pt x="7198763" y="-1347"/>
                  <a:pt x="7360193" y="24913"/>
                  <a:pt x="7518412" y="0"/>
                </a:cubicBezTo>
                <a:cubicBezTo>
                  <a:pt x="7676631" y="-24913"/>
                  <a:pt x="7947841" y="-7203"/>
                  <a:pt x="8142684" y="0"/>
                </a:cubicBezTo>
                <a:cubicBezTo>
                  <a:pt x="8146061" y="239508"/>
                  <a:pt x="8157657" y="418562"/>
                  <a:pt x="8142684" y="630003"/>
                </a:cubicBezTo>
                <a:cubicBezTo>
                  <a:pt x="8127711" y="841444"/>
                  <a:pt x="8109304" y="996239"/>
                  <a:pt x="8142684" y="1354845"/>
                </a:cubicBezTo>
                <a:cubicBezTo>
                  <a:pt x="8176064" y="1713451"/>
                  <a:pt x="8150910" y="1677700"/>
                  <a:pt x="8142684" y="1890009"/>
                </a:cubicBezTo>
                <a:cubicBezTo>
                  <a:pt x="8134458" y="2102318"/>
                  <a:pt x="8129482" y="2421437"/>
                  <a:pt x="8142684" y="2662270"/>
                </a:cubicBezTo>
                <a:cubicBezTo>
                  <a:pt x="8155886" y="2903103"/>
                  <a:pt x="8109722" y="3199666"/>
                  <a:pt x="8142684" y="3339693"/>
                </a:cubicBezTo>
                <a:cubicBezTo>
                  <a:pt x="8175646" y="3479720"/>
                  <a:pt x="8140485" y="3771111"/>
                  <a:pt x="8142684" y="4017115"/>
                </a:cubicBezTo>
                <a:cubicBezTo>
                  <a:pt x="8144883" y="4263119"/>
                  <a:pt x="8116722" y="4481449"/>
                  <a:pt x="8142684" y="4741957"/>
                </a:cubicBezTo>
                <a:cubicBezTo>
                  <a:pt x="8039025" y="4743122"/>
                  <a:pt x="7903768" y="4739679"/>
                  <a:pt x="7708408" y="4741957"/>
                </a:cubicBezTo>
                <a:cubicBezTo>
                  <a:pt x="7513048" y="4744235"/>
                  <a:pt x="7306409" y="4722152"/>
                  <a:pt x="7111277" y="4741957"/>
                </a:cubicBezTo>
                <a:cubicBezTo>
                  <a:pt x="6916145" y="4761762"/>
                  <a:pt x="6681899" y="4732118"/>
                  <a:pt x="6432720" y="4741957"/>
                </a:cubicBezTo>
                <a:cubicBezTo>
                  <a:pt x="6183541" y="4751796"/>
                  <a:pt x="5863757" y="4778899"/>
                  <a:pt x="5672737" y="4741957"/>
                </a:cubicBezTo>
                <a:cubicBezTo>
                  <a:pt x="5481717" y="4705015"/>
                  <a:pt x="5367041" y="4742466"/>
                  <a:pt x="5238460" y="4741957"/>
                </a:cubicBezTo>
                <a:cubicBezTo>
                  <a:pt x="5109879" y="4741448"/>
                  <a:pt x="4834950" y="4738948"/>
                  <a:pt x="4559903" y="4741957"/>
                </a:cubicBezTo>
                <a:cubicBezTo>
                  <a:pt x="4284856" y="4744966"/>
                  <a:pt x="4164181" y="4749583"/>
                  <a:pt x="3799919" y="4741957"/>
                </a:cubicBezTo>
                <a:cubicBezTo>
                  <a:pt x="3435657" y="4734331"/>
                  <a:pt x="3270595" y="4750582"/>
                  <a:pt x="3039935" y="4741957"/>
                </a:cubicBezTo>
                <a:cubicBezTo>
                  <a:pt x="2809275" y="4733332"/>
                  <a:pt x="2447188" y="4732516"/>
                  <a:pt x="2198525" y="4741957"/>
                </a:cubicBezTo>
                <a:cubicBezTo>
                  <a:pt x="1949862" y="4751399"/>
                  <a:pt x="1817270" y="4773565"/>
                  <a:pt x="1438541" y="4741957"/>
                </a:cubicBezTo>
                <a:cubicBezTo>
                  <a:pt x="1059812" y="4710349"/>
                  <a:pt x="1082687" y="4766448"/>
                  <a:pt x="759984" y="4741957"/>
                </a:cubicBezTo>
                <a:cubicBezTo>
                  <a:pt x="437281" y="4717466"/>
                  <a:pt x="335966" y="4775886"/>
                  <a:pt x="0" y="4741957"/>
                </a:cubicBezTo>
                <a:cubicBezTo>
                  <a:pt x="-23367" y="4508586"/>
                  <a:pt x="-30675" y="4315470"/>
                  <a:pt x="0" y="4111954"/>
                </a:cubicBezTo>
                <a:cubicBezTo>
                  <a:pt x="30675" y="3908438"/>
                  <a:pt x="-24114" y="3800714"/>
                  <a:pt x="0" y="3576790"/>
                </a:cubicBezTo>
                <a:cubicBezTo>
                  <a:pt x="24114" y="3352866"/>
                  <a:pt x="26775" y="3006767"/>
                  <a:pt x="0" y="2851948"/>
                </a:cubicBezTo>
                <a:cubicBezTo>
                  <a:pt x="-26775" y="2697129"/>
                  <a:pt x="-15827" y="2409930"/>
                  <a:pt x="0" y="2174526"/>
                </a:cubicBezTo>
                <a:cubicBezTo>
                  <a:pt x="15827" y="1939122"/>
                  <a:pt x="34377" y="1770419"/>
                  <a:pt x="0" y="1449684"/>
                </a:cubicBezTo>
                <a:cubicBezTo>
                  <a:pt x="-34377" y="1128949"/>
                  <a:pt x="-20218" y="891923"/>
                  <a:pt x="0" y="724842"/>
                </a:cubicBezTo>
                <a:cubicBezTo>
                  <a:pt x="20218" y="557761"/>
                  <a:pt x="7013" y="161605"/>
                  <a:pt x="0" y="0"/>
                </a:cubicBezTo>
                <a:close/>
              </a:path>
              <a:path w="8142684" h="4741957" stroke="0" extrusionOk="0">
                <a:moveTo>
                  <a:pt x="0" y="0"/>
                </a:moveTo>
                <a:cubicBezTo>
                  <a:pt x="116367" y="-6146"/>
                  <a:pt x="217525" y="-10779"/>
                  <a:pt x="434276" y="0"/>
                </a:cubicBezTo>
                <a:cubicBezTo>
                  <a:pt x="651027" y="10779"/>
                  <a:pt x="924950" y="10280"/>
                  <a:pt x="1112833" y="0"/>
                </a:cubicBezTo>
                <a:cubicBezTo>
                  <a:pt x="1300716" y="-10280"/>
                  <a:pt x="1658602" y="-16108"/>
                  <a:pt x="1954244" y="0"/>
                </a:cubicBezTo>
                <a:cubicBezTo>
                  <a:pt x="2249886" y="16108"/>
                  <a:pt x="2343041" y="-2542"/>
                  <a:pt x="2714228" y="0"/>
                </a:cubicBezTo>
                <a:cubicBezTo>
                  <a:pt x="3085415" y="2542"/>
                  <a:pt x="3058888" y="-27784"/>
                  <a:pt x="3311358" y="0"/>
                </a:cubicBezTo>
                <a:cubicBezTo>
                  <a:pt x="3563828" y="27784"/>
                  <a:pt x="3868244" y="-11909"/>
                  <a:pt x="4152769" y="0"/>
                </a:cubicBezTo>
                <a:cubicBezTo>
                  <a:pt x="4437294" y="11909"/>
                  <a:pt x="4416981" y="-10274"/>
                  <a:pt x="4668472" y="0"/>
                </a:cubicBezTo>
                <a:cubicBezTo>
                  <a:pt x="4919963" y="10274"/>
                  <a:pt x="5105587" y="-3423"/>
                  <a:pt x="5347029" y="0"/>
                </a:cubicBezTo>
                <a:cubicBezTo>
                  <a:pt x="5588471" y="3423"/>
                  <a:pt x="5643553" y="-14415"/>
                  <a:pt x="5781306" y="0"/>
                </a:cubicBezTo>
                <a:cubicBezTo>
                  <a:pt x="5919059" y="14415"/>
                  <a:pt x="6108900" y="4764"/>
                  <a:pt x="6215582" y="0"/>
                </a:cubicBezTo>
                <a:cubicBezTo>
                  <a:pt x="6322264" y="-4764"/>
                  <a:pt x="6664404" y="-9381"/>
                  <a:pt x="6894139" y="0"/>
                </a:cubicBezTo>
                <a:cubicBezTo>
                  <a:pt x="7123874" y="9381"/>
                  <a:pt x="7138287" y="-11275"/>
                  <a:pt x="7328416" y="0"/>
                </a:cubicBezTo>
                <a:cubicBezTo>
                  <a:pt x="7518545" y="11275"/>
                  <a:pt x="7853221" y="14574"/>
                  <a:pt x="8142684" y="0"/>
                </a:cubicBezTo>
                <a:cubicBezTo>
                  <a:pt x="8159351" y="371970"/>
                  <a:pt x="8160209" y="512480"/>
                  <a:pt x="8142684" y="772262"/>
                </a:cubicBezTo>
                <a:cubicBezTo>
                  <a:pt x="8125159" y="1032044"/>
                  <a:pt x="8161627" y="1256659"/>
                  <a:pt x="8142684" y="1497104"/>
                </a:cubicBezTo>
                <a:cubicBezTo>
                  <a:pt x="8123741" y="1737549"/>
                  <a:pt x="8160738" y="1858499"/>
                  <a:pt x="8142684" y="2174526"/>
                </a:cubicBezTo>
                <a:cubicBezTo>
                  <a:pt x="8124630" y="2490553"/>
                  <a:pt x="8172994" y="2553471"/>
                  <a:pt x="8142684" y="2851948"/>
                </a:cubicBezTo>
                <a:cubicBezTo>
                  <a:pt x="8112374" y="3150425"/>
                  <a:pt x="8128168" y="3320411"/>
                  <a:pt x="8142684" y="3576790"/>
                </a:cubicBezTo>
                <a:cubicBezTo>
                  <a:pt x="8157200" y="3833169"/>
                  <a:pt x="8096704" y="4345877"/>
                  <a:pt x="8142684" y="4741957"/>
                </a:cubicBezTo>
                <a:cubicBezTo>
                  <a:pt x="7926698" y="4732763"/>
                  <a:pt x="7823288" y="4730152"/>
                  <a:pt x="7708408" y="4741957"/>
                </a:cubicBezTo>
                <a:cubicBezTo>
                  <a:pt x="7593528" y="4753762"/>
                  <a:pt x="7258986" y="4732106"/>
                  <a:pt x="6948424" y="4741957"/>
                </a:cubicBezTo>
                <a:cubicBezTo>
                  <a:pt x="6637862" y="4751808"/>
                  <a:pt x="6474776" y="4736983"/>
                  <a:pt x="6351294" y="4741957"/>
                </a:cubicBezTo>
                <a:cubicBezTo>
                  <a:pt x="6227812" y="4746932"/>
                  <a:pt x="5755928" y="4751695"/>
                  <a:pt x="5591310" y="4741957"/>
                </a:cubicBezTo>
                <a:cubicBezTo>
                  <a:pt x="5426692" y="4732219"/>
                  <a:pt x="5171997" y="4710835"/>
                  <a:pt x="4912753" y="4741957"/>
                </a:cubicBezTo>
                <a:cubicBezTo>
                  <a:pt x="4653509" y="4773079"/>
                  <a:pt x="4329983" y="4758706"/>
                  <a:pt x="4071342" y="4741957"/>
                </a:cubicBezTo>
                <a:cubicBezTo>
                  <a:pt x="3812701" y="4725208"/>
                  <a:pt x="3661964" y="4758666"/>
                  <a:pt x="3474212" y="4741957"/>
                </a:cubicBezTo>
                <a:cubicBezTo>
                  <a:pt x="3286460" y="4725249"/>
                  <a:pt x="3159073" y="4747868"/>
                  <a:pt x="3039935" y="4741957"/>
                </a:cubicBezTo>
                <a:cubicBezTo>
                  <a:pt x="2920797" y="4736046"/>
                  <a:pt x="2706865" y="4761978"/>
                  <a:pt x="2605659" y="4741957"/>
                </a:cubicBezTo>
                <a:cubicBezTo>
                  <a:pt x="2504453" y="4721936"/>
                  <a:pt x="2178795" y="4750545"/>
                  <a:pt x="1927102" y="4741957"/>
                </a:cubicBezTo>
                <a:cubicBezTo>
                  <a:pt x="1675409" y="4733369"/>
                  <a:pt x="1398238" y="4733714"/>
                  <a:pt x="1248545" y="4741957"/>
                </a:cubicBezTo>
                <a:cubicBezTo>
                  <a:pt x="1098852" y="4750200"/>
                  <a:pt x="264745" y="4722469"/>
                  <a:pt x="0" y="4741957"/>
                </a:cubicBezTo>
                <a:cubicBezTo>
                  <a:pt x="1678" y="4553887"/>
                  <a:pt x="6165" y="4320144"/>
                  <a:pt x="0" y="4206793"/>
                </a:cubicBezTo>
                <a:cubicBezTo>
                  <a:pt x="-6165" y="4093442"/>
                  <a:pt x="-27708" y="3770520"/>
                  <a:pt x="0" y="3624210"/>
                </a:cubicBezTo>
                <a:cubicBezTo>
                  <a:pt x="27708" y="3477900"/>
                  <a:pt x="-10073" y="3181712"/>
                  <a:pt x="0" y="2899368"/>
                </a:cubicBezTo>
                <a:cubicBezTo>
                  <a:pt x="10073" y="2617024"/>
                  <a:pt x="-16451" y="2603244"/>
                  <a:pt x="0" y="2316785"/>
                </a:cubicBezTo>
                <a:cubicBezTo>
                  <a:pt x="16451" y="2030326"/>
                  <a:pt x="-13411" y="1950604"/>
                  <a:pt x="0" y="1781621"/>
                </a:cubicBezTo>
                <a:cubicBezTo>
                  <a:pt x="13411" y="1612638"/>
                  <a:pt x="15325" y="1409028"/>
                  <a:pt x="0" y="1199038"/>
                </a:cubicBezTo>
                <a:cubicBezTo>
                  <a:pt x="-15325" y="989048"/>
                  <a:pt x="9731" y="358844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Single User Details</a:t>
            </a:r>
            <a:endParaRPr lang="en-IL" sz="28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4B898A-5D85-5F69-4CAC-8F98EEFC4AC3}"/>
              </a:ext>
            </a:extLst>
          </p:cNvPr>
          <p:cNvSpPr/>
          <p:nvPr/>
        </p:nvSpPr>
        <p:spPr>
          <a:xfrm>
            <a:off x="492614" y="1423587"/>
            <a:ext cx="837996" cy="234360"/>
          </a:xfrm>
          <a:custGeom>
            <a:avLst/>
            <a:gdLst>
              <a:gd name="csX0" fmla="*/ 0 w 837996"/>
              <a:gd name="csY0" fmla="*/ 0 h 234360"/>
              <a:gd name="csX1" fmla="*/ 393858 w 837996"/>
              <a:gd name="csY1" fmla="*/ 0 h 234360"/>
              <a:gd name="csX2" fmla="*/ 837996 w 837996"/>
              <a:gd name="csY2" fmla="*/ 0 h 234360"/>
              <a:gd name="csX3" fmla="*/ 837996 w 837996"/>
              <a:gd name="csY3" fmla="*/ 234360 h 234360"/>
              <a:gd name="csX4" fmla="*/ 435758 w 837996"/>
              <a:gd name="csY4" fmla="*/ 234360 h 234360"/>
              <a:gd name="csX5" fmla="*/ 0 w 837996"/>
              <a:gd name="csY5" fmla="*/ 234360 h 234360"/>
              <a:gd name="csX6" fmla="*/ 0 w 837996"/>
              <a:gd name="csY6" fmla="*/ 0 h 23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7996" h="234360" fill="none" extrusionOk="0">
                <a:moveTo>
                  <a:pt x="0" y="0"/>
                </a:moveTo>
                <a:cubicBezTo>
                  <a:pt x="172632" y="12752"/>
                  <a:pt x="228926" y="18913"/>
                  <a:pt x="393858" y="0"/>
                </a:cubicBezTo>
                <a:cubicBezTo>
                  <a:pt x="558790" y="-18913"/>
                  <a:pt x="632394" y="22125"/>
                  <a:pt x="837996" y="0"/>
                </a:cubicBezTo>
                <a:cubicBezTo>
                  <a:pt x="847504" y="55748"/>
                  <a:pt x="831104" y="150814"/>
                  <a:pt x="837996" y="234360"/>
                </a:cubicBezTo>
                <a:cubicBezTo>
                  <a:pt x="698529" y="218726"/>
                  <a:pt x="542820" y="240856"/>
                  <a:pt x="435758" y="234360"/>
                </a:cubicBezTo>
                <a:cubicBezTo>
                  <a:pt x="328696" y="227864"/>
                  <a:pt x="205694" y="248265"/>
                  <a:pt x="0" y="234360"/>
                </a:cubicBezTo>
                <a:cubicBezTo>
                  <a:pt x="11205" y="129490"/>
                  <a:pt x="4172" y="74992"/>
                  <a:pt x="0" y="0"/>
                </a:cubicBezTo>
                <a:close/>
              </a:path>
              <a:path w="837996" h="234360" stroke="0" extrusionOk="0">
                <a:moveTo>
                  <a:pt x="0" y="0"/>
                </a:moveTo>
                <a:cubicBezTo>
                  <a:pt x="94140" y="9464"/>
                  <a:pt x="231630" y="1761"/>
                  <a:pt x="393858" y="0"/>
                </a:cubicBezTo>
                <a:cubicBezTo>
                  <a:pt x="556086" y="-1761"/>
                  <a:pt x="670306" y="7657"/>
                  <a:pt x="837996" y="0"/>
                </a:cubicBezTo>
                <a:cubicBezTo>
                  <a:pt x="829228" y="90536"/>
                  <a:pt x="845467" y="129217"/>
                  <a:pt x="837996" y="234360"/>
                </a:cubicBezTo>
                <a:cubicBezTo>
                  <a:pt x="699827" y="250973"/>
                  <a:pt x="608254" y="224955"/>
                  <a:pt x="427378" y="234360"/>
                </a:cubicBezTo>
                <a:cubicBezTo>
                  <a:pt x="246502" y="243765"/>
                  <a:pt x="201198" y="234408"/>
                  <a:pt x="0" y="234360"/>
                </a:cubicBezTo>
                <a:cubicBezTo>
                  <a:pt x="-4359" y="140846"/>
                  <a:pt x="-11067" y="55761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Events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331374-036B-FB8A-2949-DD29B87E9F64}"/>
              </a:ext>
            </a:extLst>
          </p:cNvPr>
          <p:cNvSpPr/>
          <p:nvPr/>
        </p:nvSpPr>
        <p:spPr>
          <a:xfrm>
            <a:off x="1444459" y="1323664"/>
            <a:ext cx="1026131" cy="318966"/>
          </a:xfrm>
          <a:custGeom>
            <a:avLst/>
            <a:gdLst>
              <a:gd name="csX0" fmla="*/ 0 w 1026131"/>
              <a:gd name="csY0" fmla="*/ 0 h 318966"/>
              <a:gd name="csX1" fmla="*/ 482282 w 1026131"/>
              <a:gd name="csY1" fmla="*/ 0 h 318966"/>
              <a:gd name="csX2" fmla="*/ 1026131 w 1026131"/>
              <a:gd name="csY2" fmla="*/ 0 h 318966"/>
              <a:gd name="csX3" fmla="*/ 1026131 w 1026131"/>
              <a:gd name="csY3" fmla="*/ 318966 h 318966"/>
              <a:gd name="csX4" fmla="*/ 533588 w 1026131"/>
              <a:gd name="csY4" fmla="*/ 318966 h 318966"/>
              <a:gd name="csX5" fmla="*/ 0 w 1026131"/>
              <a:gd name="csY5" fmla="*/ 318966 h 318966"/>
              <a:gd name="csX6" fmla="*/ 0 w 1026131"/>
              <a:gd name="csY6" fmla="*/ 0 h 318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6131" h="318966" fill="none" extrusionOk="0">
                <a:moveTo>
                  <a:pt x="0" y="0"/>
                </a:moveTo>
                <a:cubicBezTo>
                  <a:pt x="145322" y="-14568"/>
                  <a:pt x="300827" y="-11021"/>
                  <a:pt x="482282" y="0"/>
                </a:cubicBezTo>
                <a:cubicBezTo>
                  <a:pt x="663737" y="11021"/>
                  <a:pt x="898030" y="16573"/>
                  <a:pt x="1026131" y="0"/>
                </a:cubicBezTo>
                <a:cubicBezTo>
                  <a:pt x="1013742" y="139701"/>
                  <a:pt x="1012755" y="201845"/>
                  <a:pt x="1026131" y="318966"/>
                </a:cubicBezTo>
                <a:cubicBezTo>
                  <a:pt x="875219" y="312049"/>
                  <a:pt x="649576" y="330180"/>
                  <a:pt x="533588" y="318966"/>
                </a:cubicBezTo>
                <a:cubicBezTo>
                  <a:pt x="417600" y="307752"/>
                  <a:pt x="225513" y="326169"/>
                  <a:pt x="0" y="318966"/>
                </a:cubicBezTo>
                <a:cubicBezTo>
                  <a:pt x="14416" y="240819"/>
                  <a:pt x="-14751" y="137512"/>
                  <a:pt x="0" y="0"/>
                </a:cubicBezTo>
                <a:close/>
              </a:path>
              <a:path w="1026131" h="318966" stroke="0" extrusionOk="0">
                <a:moveTo>
                  <a:pt x="0" y="0"/>
                </a:moveTo>
                <a:cubicBezTo>
                  <a:pt x="163008" y="23620"/>
                  <a:pt x="338520" y="21083"/>
                  <a:pt x="482282" y="0"/>
                </a:cubicBezTo>
                <a:cubicBezTo>
                  <a:pt x="626044" y="-21083"/>
                  <a:pt x="761948" y="-22640"/>
                  <a:pt x="1026131" y="0"/>
                </a:cubicBezTo>
                <a:cubicBezTo>
                  <a:pt x="1011053" y="132924"/>
                  <a:pt x="1036240" y="170194"/>
                  <a:pt x="1026131" y="318966"/>
                </a:cubicBezTo>
                <a:cubicBezTo>
                  <a:pt x="857172" y="301211"/>
                  <a:pt x="663838" y="302641"/>
                  <a:pt x="523327" y="318966"/>
                </a:cubicBezTo>
                <a:cubicBezTo>
                  <a:pt x="382816" y="335291"/>
                  <a:pt x="128715" y="335837"/>
                  <a:pt x="0" y="318966"/>
                </a:cubicBezTo>
                <a:cubicBezTo>
                  <a:pt x="2828" y="244165"/>
                  <a:pt x="1452" y="79042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FD7150-24BC-816A-5650-837013E87F9C}"/>
              </a:ext>
            </a:extLst>
          </p:cNvPr>
          <p:cNvSpPr/>
          <p:nvPr/>
        </p:nvSpPr>
        <p:spPr>
          <a:xfrm>
            <a:off x="9875520" y="1794166"/>
            <a:ext cx="1624818" cy="318966"/>
          </a:xfrm>
          <a:custGeom>
            <a:avLst/>
            <a:gdLst>
              <a:gd name="csX0" fmla="*/ 0 w 1624818"/>
              <a:gd name="csY0" fmla="*/ 0 h 318966"/>
              <a:gd name="csX1" fmla="*/ 541606 w 1624818"/>
              <a:gd name="csY1" fmla="*/ 0 h 318966"/>
              <a:gd name="csX2" fmla="*/ 1050716 w 1624818"/>
              <a:gd name="csY2" fmla="*/ 0 h 318966"/>
              <a:gd name="csX3" fmla="*/ 1624818 w 1624818"/>
              <a:gd name="csY3" fmla="*/ 0 h 318966"/>
              <a:gd name="csX4" fmla="*/ 1624818 w 1624818"/>
              <a:gd name="csY4" fmla="*/ 318966 h 318966"/>
              <a:gd name="csX5" fmla="*/ 1131957 w 1624818"/>
              <a:gd name="csY5" fmla="*/ 318966 h 318966"/>
              <a:gd name="csX6" fmla="*/ 622847 w 1624818"/>
              <a:gd name="csY6" fmla="*/ 318966 h 318966"/>
              <a:gd name="csX7" fmla="*/ 0 w 1624818"/>
              <a:gd name="csY7" fmla="*/ 318966 h 318966"/>
              <a:gd name="csX8" fmla="*/ 0 w 1624818"/>
              <a:gd name="csY8" fmla="*/ 0 h 318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24818" h="318966" fill="none" extrusionOk="0">
                <a:moveTo>
                  <a:pt x="0" y="0"/>
                </a:moveTo>
                <a:cubicBezTo>
                  <a:pt x="209274" y="-3847"/>
                  <a:pt x="334905" y="19851"/>
                  <a:pt x="541606" y="0"/>
                </a:cubicBezTo>
                <a:cubicBezTo>
                  <a:pt x="748307" y="-19851"/>
                  <a:pt x="904235" y="-5268"/>
                  <a:pt x="1050716" y="0"/>
                </a:cubicBezTo>
                <a:cubicBezTo>
                  <a:pt x="1197197" y="5268"/>
                  <a:pt x="1368330" y="-24971"/>
                  <a:pt x="1624818" y="0"/>
                </a:cubicBezTo>
                <a:cubicBezTo>
                  <a:pt x="1614224" y="93021"/>
                  <a:pt x="1620697" y="206963"/>
                  <a:pt x="1624818" y="318966"/>
                </a:cubicBezTo>
                <a:cubicBezTo>
                  <a:pt x="1492871" y="311778"/>
                  <a:pt x="1295410" y="342948"/>
                  <a:pt x="1131957" y="318966"/>
                </a:cubicBezTo>
                <a:cubicBezTo>
                  <a:pt x="968504" y="294984"/>
                  <a:pt x="820230" y="305568"/>
                  <a:pt x="622847" y="318966"/>
                </a:cubicBezTo>
                <a:cubicBezTo>
                  <a:pt x="425464" y="332365"/>
                  <a:pt x="281916" y="288855"/>
                  <a:pt x="0" y="318966"/>
                </a:cubicBezTo>
                <a:cubicBezTo>
                  <a:pt x="-14671" y="207037"/>
                  <a:pt x="-12719" y="94414"/>
                  <a:pt x="0" y="0"/>
                </a:cubicBezTo>
                <a:close/>
              </a:path>
              <a:path w="1624818" h="318966" stroke="0" extrusionOk="0">
                <a:moveTo>
                  <a:pt x="0" y="0"/>
                </a:moveTo>
                <a:cubicBezTo>
                  <a:pt x="107485" y="-12121"/>
                  <a:pt x="289483" y="2725"/>
                  <a:pt x="492861" y="0"/>
                </a:cubicBezTo>
                <a:cubicBezTo>
                  <a:pt x="696239" y="-2725"/>
                  <a:pt x="823627" y="18645"/>
                  <a:pt x="1034467" y="0"/>
                </a:cubicBezTo>
                <a:cubicBezTo>
                  <a:pt x="1245307" y="-18645"/>
                  <a:pt x="1491879" y="1084"/>
                  <a:pt x="1624818" y="0"/>
                </a:cubicBezTo>
                <a:cubicBezTo>
                  <a:pt x="1640723" y="72194"/>
                  <a:pt x="1637735" y="194785"/>
                  <a:pt x="1624818" y="318966"/>
                </a:cubicBezTo>
                <a:cubicBezTo>
                  <a:pt x="1400795" y="295977"/>
                  <a:pt x="1346434" y="314915"/>
                  <a:pt x="1099460" y="318966"/>
                </a:cubicBezTo>
                <a:cubicBezTo>
                  <a:pt x="852486" y="323017"/>
                  <a:pt x="746403" y="292160"/>
                  <a:pt x="557854" y="318966"/>
                </a:cubicBezTo>
                <a:cubicBezTo>
                  <a:pt x="369305" y="345772"/>
                  <a:pt x="195818" y="298526"/>
                  <a:pt x="0" y="318966"/>
                </a:cubicBezTo>
                <a:cubicBezTo>
                  <a:pt x="-7565" y="191749"/>
                  <a:pt x="3380" y="84001"/>
                  <a:pt x="0" y="0"/>
                </a:cubicBezTo>
                <a:close/>
              </a:path>
            </a:pathLst>
          </a:custGeom>
          <a:solidFill>
            <a:srgbClr val="F103E6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Account Balance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E74F3E-FF2E-FE66-A407-17118852B358}"/>
              </a:ext>
            </a:extLst>
          </p:cNvPr>
          <p:cNvSpPr/>
          <p:nvPr/>
        </p:nvSpPr>
        <p:spPr>
          <a:xfrm>
            <a:off x="3769142" y="2262002"/>
            <a:ext cx="7731196" cy="1395598"/>
          </a:xfrm>
          <a:custGeom>
            <a:avLst/>
            <a:gdLst>
              <a:gd name="csX0" fmla="*/ 0 w 7731196"/>
              <a:gd name="csY0" fmla="*/ 0 h 1395598"/>
              <a:gd name="csX1" fmla="*/ 721578 w 7731196"/>
              <a:gd name="csY1" fmla="*/ 0 h 1395598"/>
              <a:gd name="csX2" fmla="*/ 1288533 w 7731196"/>
              <a:gd name="csY2" fmla="*/ 0 h 1395598"/>
              <a:gd name="csX3" fmla="*/ 1778175 w 7731196"/>
              <a:gd name="csY3" fmla="*/ 0 h 1395598"/>
              <a:gd name="csX4" fmla="*/ 2190506 w 7731196"/>
              <a:gd name="csY4" fmla="*/ 0 h 1395598"/>
              <a:gd name="csX5" fmla="*/ 2680148 w 7731196"/>
              <a:gd name="csY5" fmla="*/ 0 h 1395598"/>
              <a:gd name="csX6" fmla="*/ 3247102 w 7731196"/>
              <a:gd name="csY6" fmla="*/ 0 h 1395598"/>
              <a:gd name="csX7" fmla="*/ 3814057 w 7731196"/>
              <a:gd name="csY7" fmla="*/ 0 h 1395598"/>
              <a:gd name="csX8" fmla="*/ 4612947 w 7731196"/>
              <a:gd name="csY8" fmla="*/ 0 h 1395598"/>
              <a:gd name="csX9" fmla="*/ 5411837 w 7731196"/>
              <a:gd name="csY9" fmla="*/ 0 h 1395598"/>
              <a:gd name="csX10" fmla="*/ 5901480 w 7731196"/>
              <a:gd name="csY10" fmla="*/ 0 h 1395598"/>
              <a:gd name="csX11" fmla="*/ 6623058 w 7731196"/>
              <a:gd name="csY11" fmla="*/ 0 h 1395598"/>
              <a:gd name="csX12" fmla="*/ 7731196 w 7731196"/>
              <a:gd name="csY12" fmla="*/ 0 h 1395598"/>
              <a:gd name="csX13" fmla="*/ 7731196 w 7731196"/>
              <a:gd name="csY13" fmla="*/ 669887 h 1395598"/>
              <a:gd name="csX14" fmla="*/ 7731196 w 7731196"/>
              <a:gd name="csY14" fmla="*/ 1395598 h 1395598"/>
              <a:gd name="csX15" fmla="*/ 7009618 w 7731196"/>
              <a:gd name="csY15" fmla="*/ 1395598 h 1395598"/>
              <a:gd name="csX16" fmla="*/ 6365351 w 7731196"/>
              <a:gd name="csY16" fmla="*/ 1395598 h 1395598"/>
              <a:gd name="csX17" fmla="*/ 5953021 w 7731196"/>
              <a:gd name="csY17" fmla="*/ 1395598 h 1395598"/>
              <a:gd name="csX18" fmla="*/ 5308755 w 7731196"/>
              <a:gd name="csY18" fmla="*/ 1395598 h 1395598"/>
              <a:gd name="csX19" fmla="*/ 4819112 w 7731196"/>
              <a:gd name="csY19" fmla="*/ 1395598 h 1395598"/>
              <a:gd name="csX20" fmla="*/ 4174846 w 7731196"/>
              <a:gd name="csY20" fmla="*/ 1395598 h 1395598"/>
              <a:gd name="csX21" fmla="*/ 3607891 w 7731196"/>
              <a:gd name="csY21" fmla="*/ 1395598 h 1395598"/>
              <a:gd name="csX22" fmla="*/ 3040937 w 7731196"/>
              <a:gd name="csY22" fmla="*/ 1395598 h 1395598"/>
              <a:gd name="csX23" fmla="*/ 2242047 w 7731196"/>
              <a:gd name="csY23" fmla="*/ 1395598 h 1395598"/>
              <a:gd name="csX24" fmla="*/ 1675092 w 7731196"/>
              <a:gd name="csY24" fmla="*/ 1395598 h 1395598"/>
              <a:gd name="csX25" fmla="*/ 1185450 w 7731196"/>
              <a:gd name="csY25" fmla="*/ 1395598 h 1395598"/>
              <a:gd name="csX26" fmla="*/ 0 w 7731196"/>
              <a:gd name="csY26" fmla="*/ 1395598 h 1395598"/>
              <a:gd name="csX27" fmla="*/ 0 w 7731196"/>
              <a:gd name="csY27" fmla="*/ 739667 h 1395598"/>
              <a:gd name="csX28" fmla="*/ 0 w 7731196"/>
              <a:gd name="csY28" fmla="*/ 0 h 1395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731196" h="1395598" fill="none" extrusionOk="0">
                <a:moveTo>
                  <a:pt x="0" y="0"/>
                </a:moveTo>
                <a:cubicBezTo>
                  <a:pt x="176786" y="9048"/>
                  <a:pt x="558637" y="2490"/>
                  <a:pt x="721578" y="0"/>
                </a:cubicBezTo>
                <a:cubicBezTo>
                  <a:pt x="884519" y="-2490"/>
                  <a:pt x="1053003" y="-6172"/>
                  <a:pt x="1288533" y="0"/>
                </a:cubicBezTo>
                <a:cubicBezTo>
                  <a:pt x="1524064" y="6172"/>
                  <a:pt x="1590458" y="12426"/>
                  <a:pt x="1778175" y="0"/>
                </a:cubicBezTo>
                <a:cubicBezTo>
                  <a:pt x="1965892" y="-12426"/>
                  <a:pt x="1998440" y="14061"/>
                  <a:pt x="2190506" y="0"/>
                </a:cubicBezTo>
                <a:cubicBezTo>
                  <a:pt x="2382572" y="-14061"/>
                  <a:pt x="2569689" y="21726"/>
                  <a:pt x="2680148" y="0"/>
                </a:cubicBezTo>
                <a:cubicBezTo>
                  <a:pt x="2790607" y="-21726"/>
                  <a:pt x="3084766" y="7373"/>
                  <a:pt x="3247102" y="0"/>
                </a:cubicBezTo>
                <a:cubicBezTo>
                  <a:pt x="3409438" y="-7373"/>
                  <a:pt x="3618753" y="4789"/>
                  <a:pt x="3814057" y="0"/>
                </a:cubicBezTo>
                <a:cubicBezTo>
                  <a:pt x="4009362" y="-4789"/>
                  <a:pt x="4308198" y="-4218"/>
                  <a:pt x="4612947" y="0"/>
                </a:cubicBezTo>
                <a:cubicBezTo>
                  <a:pt x="4917696" y="4218"/>
                  <a:pt x="5020982" y="8466"/>
                  <a:pt x="5411837" y="0"/>
                </a:cubicBezTo>
                <a:cubicBezTo>
                  <a:pt x="5802692" y="-8466"/>
                  <a:pt x="5749072" y="-10346"/>
                  <a:pt x="5901480" y="0"/>
                </a:cubicBezTo>
                <a:cubicBezTo>
                  <a:pt x="6053888" y="10346"/>
                  <a:pt x="6433530" y="19524"/>
                  <a:pt x="6623058" y="0"/>
                </a:cubicBezTo>
                <a:cubicBezTo>
                  <a:pt x="6812586" y="-19524"/>
                  <a:pt x="7228296" y="3680"/>
                  <a:pt x="7731196" y="0"/>
                </a:cubicBezTo>
                <a:cubicBezTo>
                  <a:pt x="7757012" y="215273"/>
                  <a:pt x="7730898" y="444278"/>
                  <a:pt x="7731196" y="669887"/>
                </a:cubicBezTo>
                <a:cubicBezTo>
                  <a:pt x="7731494" y="895496"/>
                  <a:pt x="7738169" y="1144691"/>
                  <a:pt x="7731196" y="1395598"/>
                </a:cubicBezTo>
                <a:cubicBezTo>
                  <a:pt x="7425660" y="1370278"/>
                  <a:pt x="7256239" y="1394405"/>
                  <a:pt x="7009618" y="1395598"/>
                </a:cubicBezTo>
                <a:cubicBezTo>
                  <a:pt x="6762997" y="1396791"/>
                  <a:pt x="6600256" y="1404019"/>
                  <a:pt x="6365351" y="1395598"/>
                </a:cubicBezTo>
                <a:cubicBezTo>
                  <a:pt x="6130446" y="1387177"/>
                  <a:pt x="6103354" y="1388336"/>
                  <a:pt x="5953021" y="1395598"/>
                </a:cubicBezTo>
                <a:cubicBezTo>
                  <a:pt x="5802688" y="1402861"/>
                  <a:pt x="5562984" y="1420919"/>
                  <a:pt x="5308755" y="1395598"/>
                </a:cubicBezTo>
                <a:cubicBezTo>
                  <a:pt x="5054526" y="1370277"/>
                  <a:pt x="5061486" y="1397968"/>
                  <a:pt x="4819112" y="1395598"/>
                </a:cubicBezTo>
                <a:cubicBezTo>
                  <a:pt x="4576738" y="1393228"/>
                  <a:pt x="4421906" y="1415177"/>
                  <a:pt x="4174846" y="1395598"/>
                </a:cubicBezTo>
                <a:cubicBezTo>
                  <a:pt x="3927786" y="1376019"/>
                  <a:pt x="3813190" y="1394227"/>
                  <a:pt x="3607891" y="1395598"/>
                </a:cubicBezTo>
                <a:cubicBezTo>
                  <a:pt x="3402593" y="1396969"/>
                  <a:pt x="3267040" y="1382675"/>
                  <a:pt x="3040937" y="1395598"/>
                </a:cubicBezTo>
                <a:cubicBezTo>
                  <a:pt x="2814834" y="1408521"/>
                  <a:pt x="2629457" y="1362791"/>
                  <a:pt x="2242047" y="1395598"/>
                </a:cubicBezTo>
                <a:cubicBezTo>
                  <a:pt x="1854637" y="1428406"/>
                  <a:pt x="1921657" y="1395269"/>
                  <a:pt x="1675092" y="1395598"/>
                </a:cubicBezTo>
                <a:cubicBezTo>
                  <a:pt x="1428528" y="1395927"/>
                  <a:pt x="1382926" y="1375461"/>
                  <a:pt x="1185450" y="1395598"/>
                </a:cubicBezTo>
                <a:cubicBezTo>
                  <a:pt x="987974" y="1415735"/>
                  <a:pt x="531876" y="1428708"/>
                  <a:pt x="0" y="1395598"/>
                </a:cubicBezTo>
                <a:cubicBezTo>
                  <a:pt x="9601" y="1211987"/>
                  <a:pt x="-15816" y="949362"/>
                  <a:pt x="0" y="739667"/>
                </a:cubicBezTo>
                <a:cubicBezTo>
                  <a:pt x="15816" y="529972"/>
                  <a:pt x="-3130" y="321752"/>
                  <a:pt x="0" y="0"/>
                </a:cubicBezTo>
                <a:close/>
              </a:path>
              <a:path w="7731196" h="1395598" stroke="0" extrusionOk="0">
                <a:moveTo>
                  <a:pt x="0" y="0"/>
                </a:moveTo>
                <a:cubicBezTo>
                  <a:pt x="103481" y="-10101"/>
                  <a:pt x="207849" y="-3219"/>
                  <a:pt x="412330" y="0"/>
                </a:cubicBezTo>
                <a:cubicBezTo>
                  <a:pt x="616811" y="3219"/>
                  <a:pt x="921017" y="-13578"/>
                  <a:pt x="1056597" y="0"/>
                </a:cubicBezTo>
                <a:cubicBezTo>
                  <a:pt x="1192177" y="13578"/>
                  <a:pt x="1552018" y="35533"/>
                  <a:pt x="1855487" y="0"/>
                </a:cubicBezTo>
                <a:cubicBezTo>
                  <a:pt x="2158956" y="-35533"/>
                  <a:pt x="2290750" y="24579"/>
                  <a:pt x="2577065" y="0"/>
                </a:cubicBezTo>
                <a:cubicBezTo>
                  <a:pt x="2863380" y="-24579"/>
                  <a:pt x="3028703" y="-24774"/>
                  <a:pt x="3144020" y="0"/>
                </a:cubicBezTo>
                <a:cubicBezTo>
                  <a:pt x="3259338" y="24774"/>
                  <a:pt x="3603218" y="-32766"/>
                  <a:pt x="3942910" y="0"/>
                </a:cubicBezTo>
                <a:cubicBezTo>
                  <a:pt x="4282602" y="32766"/>
                  <a:pt x="4255960" y="8315"/>
                  <a:pt x="4432552" y="0"/>
                </a:cubicBezTo>
                <a:cubicBezTo>
                  <a:pt x="4609144" y="-8315"/>
                  <a:pt x="4884074" y="-6444"/>
                  <a:pt x="5076819" y="0"/>
                </a:cubicBezTo>
                <a:cubicBezTo>
                  <a:pt x="5269564" y="6444"/>
                  <a:pt x="5294795" y="12310"/>
                  <a:pt x="5489149" y="0"/>
                </a:cubicBezTo>
                <a:cubicBezTo>
                  <a:pt x="5683503" y="-12310"/>
                  <a:pt x="5787875" y="3564"/>
                  <a:pt x="5901480" y="0"/>
                </a:cubicBezTo>
                <a:cubicBezTo>
                  <a:pt x="6015085" y="-3564"/>
                  <a:pt x="6232022" y="25916"/>
                  <a:pt x="6545746" y="0"/>
                </a:cubicBezTo>
                <a:cubicBezTo>
                  <a:pt x="6859470" y="-25916"/>
                  <a:pt x="6841953" y="13773"/>
                  <a:pt x="6958076" y="0"/>
                </a:cubicBezTo>
                <a:cubicBezTo>
                  <a:pt x="7074199" y="-13773"/>
                  <a:pt x="7504070" y="-28685"/>
                  <a:pt x="7731196" y="0"/>
                </a:cubicBezTo>
                <a:cubicBezTo>
                  <a:pt x="7727194" y="343340"/>
                  <a:pt x="7738090" y="387308"/>
                  <a:pt x="7731196" y="725711"/>
                </a:cubicBezTo>
                <a:cubicBezTo>
                  <a:pt x="7724302" y="1064114"/>
                  <a:pt x="7748719" y="1085750"/>
                  <a:pt x="7731196" y="1395598"/>
                </a:cubicBezTo>
                <a:cubicBezTo>
                  <a:pt x="7489245" y="1400437"/>
                  <a:pt x="7237094" y="1420946"/>
                  <a:pt x="7086930" y="1395598"/>
                </a:cubicBezTo>
                <a:cubicBezTo>
                  <a:pt x="6936766" y="1370250"/>
                  <a:pt x="6843913" y="1410512"/>
                  <a:pt x="6674599" y="1395598"/>
                </a:cubicBezTo>
                <a:cubicBezTo>
                  <a:pt x="6505285" y="1380684"/>
                  <a:pt x="6452587" y="1399446"/>
                  <a:pt x="6262269" y="1395598"/>
                </a:cubicBezTo>
                <a:cubicBezTo>
                  <a:pt x="6071951" y="1391751"/>
                  <a:pt x="5650102" y="1382290"/>
                  <a:pt x="5463379" y="1395598"/>
                </a:cubicBezTo>
                <a:cubicBezTo>
                  <a:pt x="5276656" y="1408907"/>
                  <a:pt x="5091613" y="1381696"/>
                  <a:pt x="4973736" y="1395598"/>
                </a:cubicBezTo>
                <a:cubicBezTo>
                  <a:pt x="4855859" y="1409500"/>
                  <a:pt x="4454117" y="1368117"/>
                  <a:pt x="4252158" y="1395598"/>
                </a:cubicBezTo>
                <a:cubicBezTo>
                  <a:pt x="4050199" y="1423079"/>
                  <a:pt x="3878453" y="1382447"/>
                  <a:pt x="3685203" y="1395598"/>
                </a:cubicBezTo>
                <a:cubicBezTo>
                  <a:pt x="3491954" y="1408749"/>
                  <a:pt x="3232089" y="1403736"/>
                  <a:pt x="2963625" y="1395598"/>
                </a:cubicBezTo>
                <a:cubicBezTo>
                  <a:pt x="2695161" y="1387460"/>
                  <a:pt x="2462375" y="1419194"/>
                  <a:pt x="2319359" y="1395598"/>
                </a:cubicBezTo>
                <a:cubicBezTo>
                  <a:pt x="2176343" y="1372002"/>
                  <a:pt x="1830747" y="1370814"/>
                  <a:pt x="1520469" y="1395598"/>
                </a:cubicBezTo>
                <a:cubicBezTo>
                  <a:pt x="1210191" y="1420383"/>
                  <a:pt x="1078214" y="1392238"/>
                  <a:pt x="953514" y="1395598"/>
                </a:cubicBezTo>
                <a:cubicBezTo>
                  <a:pt x="828815" y="1398958"/>
                  <a:pt x="277938" y="1427698"/>
                  <a:pt x="0" y="1395598"/>
                </a:cubicBezTo>
                <a:cubicBezTo>
                  <a:pt x="31154" y="1177683"/>
                  <a:pt x="-30809" y="1000183"/>
                  <a:pt x="0" y="739667"/>
                </a:cubicBezTo>
                <a:cubicBezTo>
                  <a:pt x="30809" y="479151"/>
                  <a:pt x="-12488" y="245316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Events Participation \ owner</a:t>
            </a:r>
            <a:endParaRPr lang="en-IL" sz="2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EFB2D9-35EC-3650-80C1-17F47D610082}"/>
              </a:ext>
            </a:extLst>
          </p:cNvPr>
          <p:cNvSpPr/>
          <p:nvPr/>
        </p:nvSpPr>
        <p:spPr>
          <a:xfrm>
            <a:off x="3762446" y="3806469"/>
            <a:ext cx="7731196" cy="2446619"/>
          </a:xfrm>
          <a:custGeom>
            <a:avLst/>
            <a:gdLst>
              <a:gd name="csX0" fmla="*/ 0 w 7731196"/>
              <a:gd name="csY0" fmla="*/ 0 h 2446619"/>
              <a:gd name="csX1" fmla="*/ 721578 w 7731196"/>
              <a:gd name="csY1" fmla="*/ 0 h 2446619"/>
              <a:gd name="csX2" fmla="*/ 1288533 w 7731196"/>
              <a:gd name="csY2" fmla="*/ 0 h 2446619"/>
              <a:gd name="csX3" fmla="*/ 1855487 w 7731196"/>
              <a:gd name="csY3" fmla="*/ 0 h 2446619"/>
              <a:gd name="csX4" fmla="*/ 2654377 w 7731196"/>
              <a:gd name="csY4" fmla="*/ 0 h 2446619"/>
              <a:gd name="csX5" fmla="*/ 3453268 w 7731196"/>
              <a:gd name="csY5" fmla="*/ 0 h 2446619"/>
              <a:gd name="csX6" fmla="*/ 3942910 w 7731196"/>
              <a:gd name="csY6" fmla="*/ 0 h 2446619"/>
              <a:gd name="csX7" fmla="*/ 4664488 w 7731196"/>
              <a:gd name="csY7" fmla="*/ 0 h 2446619"/>
              <a:gd name="csX8" fmla="*/ 5463379 w 7731196"/>
              <a:gd name="csY8" fmla="*/ 0 h 2446619"/>
              <a:gd name="csX9" fmla="*/ 5953021 w 7731196"/>
              <a:gd name="csY9" fmla="*/ 0 h 2446619"/>
              <a:gd name="csX10" fmla="*/ 6365351 w 7731196"/>
              <a:gd name="csY10" fmla="*/ 0 h 2446619"/>
              <a:gd name="csX11" fmla="*/ 6777682 w 7731196"/>
              <a:gd name="csY11" fmla="*/ 0 h 2446619"/>
              <a:gd name="csX12" fmla="*/ 7731196 w 7731196"/>
              <a:gd name="csY12" fmla="*/ 0 h 2446619"/>
              <a:gd name="csX13" fmla="*/ 7731196 w 7731196"/>
              <a:gd name="csY13" fmla="*/ 538256 h 2446619"/>
              <a:gd name="csX14" fmla="*/ 7731196 w 7731196"/>
              <a:gd name="csY14" fmla="*/ 1076512 h 2446619"/>
              <a:gd name="csX15" fmla="*/ 7731196 w 7731196"/>
              <a:gd name="csY15" fmla="*/ 1614769 h 2446619"/>
              <a:gd name="csX16" fmla="*/ 7731196 w 7731196"/>
              <a:gd name="csY16" fmla="*/ 2446619 h 2446619"/>
              <a:gd name="csX17" fmla="*/ 7241554 w 7731196"/>
              <a:gd name="csY17" fmla="*/ 2446619 h 2446619"/>
              <a:gd name="csX18" fmla="*/ 6674599 w 7731196"/>
              <a:gd name="csY18" fmla="*/ 2446619 h 2446619"/>
              <a:gd name="csX19" fmla="*/ 5875709 w 7731196"/>
              <a:gd name="csY19" fmla="*/ 2446619 h 2446619"/>
              <a:gd name="csX20" fmla="*/ 5308755 w 7731196"/>
              <a:gd name="csY20" fmla="*/ 2446619 h 2446619"/>
              <a:gd name="csX21" fmla="*/ 4819112 w 7731196"/>
              <a:gd name="csY21" fmla="*/ 2446619 h 2446619"/>
              <a:gd name="csX22" fmla="*/ 4020222 w 7731196"/>
              <a:gd name="csY22" fmla="*/ 2446619 h 2446619"/>
              <a:gd name="csX23" fmla="*/ 3607891 w 7731196"/>
              <a:gd name="csY23" fmla="*/ 2446619 h 2446619"/>
              <a:gd name="csX24" fmla="*/ 2886313 w 7731196"/>
              <a:gd name="csY24" fmla="*/ 2446619 h 2446619"/>
              <a:gd name="csX25" fmla="*/ 2087423 w 7731196"/>
              <a:gd name="csY25" fmla="*/ 2446619 h 2446619"/>
              <a:gd name="csX26" fmla="*/ 1288533 w 7731196"/>
              <a:gd name="csY26" fmla="*/ 2446619 h 2446619"/>
              <a:gd name="csX27" fmla="*/ 721578 w 7731196"/>
              <a:gd name="csY27" fmla="*/ 2446619 h 2446619"/>
              <a:gd name="csX28" fmla="*/ 0 w 7731196"/>
              <a:gd name="csY28" fmla="*/ 2446619 h 2446619"/>
              <a:gd name="csX29" fmla="*/ 0 w 7731196"/>
              <a:gd name="csY29" fmla="*/ 1834964 h 2446619"/>
              <a:gd name="csX30" fmla="*/ 0 w 7731196"/>
              <a:gd name="csY30" fmla="*/ 1296708 h 2446619"/>
              <a:gd name="csX31" fmla="*/ 0 w 7731196"/>
              <a:gd name="csY31" fmla="*/ 660587 h 2446619"/>
              <a:gd name="csX32" fmla="*/ 0 w 7731196"/>
              <a:gd name="csY32" fmla="*/ 0 h 24466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7731196" h="2446619" fill="none" extrusionOk="0">
                <a:moveTo>
                  <a:pt x="0" y="0"/>
                </a:moveTo>
                <a:cubicBezTo>
                  <a:pt x="343055" y="-34649"/>
                  <a:pt x="366393" y="7046"/>
                  <a:pt x="721578" y="0"/>
                </a:cubicBezTo>
                <a:cubicBezTo>
                  <a:pt x="1076763" y="-7046"/>
                  <a:pt x="1120423" y="6952"/>
                  <a:pt x="1288533" y="0"/>
                </a:cubicBezTo>
                <a:cubicBezTo>
                  <a:pt x="1456644" y="-6952"/>
                  <a:pt x="1663881" y="10958"/>
                  <a:pt x="1855487" y="0"/>
                </a:cubicBezTo>
                <a:cubicBezTo>
                  <a:pt x="2047093" y="-10958"/>
                  <a:pt x="2349628" y="-4218"/>
                  <a:pt x="2654377" y="0"/>
                </a:cubicBezTo>
                <a:cubicBezTo>
                  <a:pt x="2959126" y="4218"/>
                  <a:pt x="3058582" y="6921"/>
                  <a:pt x="3453268" y="0"/>
                </a:cubicBezTo>
                <a:cubicBezTo>
                  <a:pt x="3847954" y="-6921"/>
                  <a:pt x="3798465" y="-4180"/>
                  <a:pt x="3942910" y="0"/>
                </a:cubicBezTo>
                <a:cubicBezTo>
                  <a:pt x="4087355" y="4180"/>
                  <a:pt x="4474960" y="19524"/>
                  <a:pt x="4664488" y="0"/>
                </a:cubicBezTo>
                <a:cubicBezTo>
                  <a:pt x="4854016" y="-19524"/>
                  <a:pt x="5275617" y="25189"/>
                  <a:pt x="5463379" y="0"/>
                </a:cubicBezTo>
                <a:cubicBezTo>
                  <a:pt x="5651141" y="-25189"/>
                  <a:pt x="5723820" y="-14503"/>
                  <a:pt x="5953021" y="0"/>
                </a:cubicBezTo>
                <a:cubicBezTo>
                  <a:pt x="6182222" y="14503"/>
                  <a:pt x="6279878" y="-19002"/>
                  <a:pt x="6365351" y="0"/>
                </a:cubicBezTo>
                <a:cubicBezTo>
                  <a:pt x="6450824" y="19002"/>
                  <a:pt x="6628267" y="-10769"/>
                  <a:pt x="6777682" y="0"/>
                </a:cubicBezTo>
                <a:cubicBezTo>
                  <a:pt x="6927097" y="10769"/>
                  <a:pt x="7326062" y="-5821"/>
                  <a:pt x="7731196" y="0"/>
                </a:cubicBezTo>
                <a:cubicBezTo>
                  <a:pt x="7736016" y="242164"/>
                  <a:pt x="7708790" y="397158"/>
                  <a:pt x="7731196" y="538256"/>
                </a:cubicBezTo>
                <a:cubicBezTo>
                  <a:pt x="7753602" y="679354"/>
                  <a:pt x="7709589" y="902588"/>
                  <a:pt x="7731196" y="1076512"/>
                </a:cubicBezTo>
                <a:cubicBezTo>
                  <a:pt x="7752803" y="1250436"/>
                  <a:pt x="7729399" y="1448331"/>
                  <a:pt x="7731196" y="1614769"/>
                </a:cubicBezTo>
                <a:cubicBezTo>
                  <a:pt x="7732993" y="1781207"/>
                  <a:pt x="7694981" y="2212342"/>
                  <a:pt x="7731196" y="2446619"/>
                </a:cubicBezTo>
                <a:cubicBezTo>
                  <a:pt x="7519792" y="2470629"/>
                  <a:pt x="7427935" y="2462997"/>
                  <a:pt x="7241554" y="2446619"/>
                </a:cubicBezTo>
                <a:cubicBezTo>
                  <a:pt x="7055173" y="2430241"/>
                  <a:pt x="6907510" y="2434268"/>
                  <a:pt x="6674599" y="2446619"/>
                </a:cubicBezTo>
                <a:cubicBezTo>
                  <a:pt x="6441689" y="2458970"/>
                  <a:pt x="6263119" y="2413812"/>
                  <a:pt x="5875709" y="2446619"/>
                </a:cubicBezTo>
                <a:cubicBezTo>
                  <a:pt x="5488299" y="2479427"/>
                  <a:pt x="5549579" y="2443482"/>
                  <a:pt x="5308755" y="2446619"/>
                </a:cubicBezTo>
                <a:cubicBezTo>
                  <a:pt x="5067931" y="2449756"/>
                  <a:pt x="5020089" y="2428744"/>
                  <a:pt x="4819112" y="2446619"/>
                </a:cubicBezTo>
                <a:cubicBezTo>
                  <a:pt x="4618135" y="2464494"/>
                  <a:pt x="4244626" y="2478073"/>
                  <a:pt x="4020222" y="2446619"/>
                </a:cubicBezTo>
                <a:cubicBezTo>
                  <a:pt x="3795818" y="2415166"/>
                  <a:pt x="3746694" y="2438133"/>
                  <a:pt x="3607891" y="2446619"/>
                </a:cubicBezTo>
                <a:cubicBezTo>
                  <a:pt x="3469088" y="2455105"/>
                  <a:pt x="3229612" y="2464857"/>
                  <a:pt x="2886313" y="2446619"/>
                </a:cubicBezTo>
                <a:cubicBezTo>
                  <a:pt x="2543014" y="2428381"/>
                  <a:pt x="2475146" y="2438468"/>
                  <a:pt x="2087423" y="2446619"/>
                </a:cubicBezTo>
                <a:cubicBezTo>
                  <a:pt x="1699700" y="2454771"/>
                  <a:pt x="1509556" y="2451884"/>
                  <a:pt x="1288533" y="2446619"/>
                </a:cubicBezTo>
                <a:cubicBezTo>
                  <a:pt x="1067510" y="2441355"/>
                  <a:pt x="865205" y="2437276"/>
                  <a:pt x="721578" y="2446619"/>
                </a:cubicBezTo>
                <a:cubicBezTo>
                  <a:pt x="577951" y="2455962"/>
                  <a:pt x="309795" y="2415099"/>
                  <a:pt x="0" y="2446619"/>
                </a:cubicBezTo>
                <a:cubicBezTo>
                  <a:pt x="-22890" y="2254732"/>
                  <a:pt x="6339" y="1995575"/>
                  <a:pt x="0" y="1834964"/>
                </a:cubicBezTo>
                <a:cubicBezTo>
                  <a:pt x="-6339" y="1674354"/>
                  <a:pt x="2107" y="1409277"/>
                  <a:pt x="0" y="1296708"/>
                </a:cubicBezTo>
                <a:cubicBezTo>
                  <a:pt x="-2107" y="1184139"/>
                  <a:pt x="-5420" y="798332"/>
                  <a:pt x="0" y="660587"/>
                </a:cubicBezTo>
                <a:cubicBezTo>
                  <a:pt x="5420" y="522842"/>
                  <a:pt x="-6192" y="163100"/>
                  <a:pt x="0" y="0"/>
                </a:cubicBezTo>
                <a:close/>
              </a:path>
              <a:path w="7731196" h="2446619" stroke="0" extrusionOk="0">
                <a:moveTo>
                  <a:pt x="0" y="0"/>
                </a:moveTo>
                <a:cubicBezTo>
                  <a:pt x="103481" y="-10101"/>
                  <a:pt x="207849" y="-3219"/>
                  <a:pt x="412330" y="0"/>
                </a:cubicBezTo>
                <a:cubicBezTo>
                  <a:pt x="616811" y="3219"/>
                  <a:pt x="921017" y="-13578"/>
                  <a:pt x="1056597" y="0"/>
                </a:cubicBezTo>
                <a:cubicBezTo>
                  <a:pt x="1192177" y="13578"/>
                  <a:pt x="1552018" y="35533"/>
                  <a:pt x="1855487" y="0"/>
                </a:cubicBezTo>
                <a:cubicBezTo>
                  <a:pt x="2158956" y="-35533"/>
                  <a:pt x="2290750" y="24579"/>
                  <a:pt x="2577065" y="0"/>
                </a:cubicBezTo>
                <a:cubicBezTo>
                  <a:pt x="2863380" y="-24579"/>
                  <a:pt x="3028703" y="-24774"/>
                  <a:pt x="3144020" y="0"/>
                </a:cubicBezTo>
                <a:cubicBezTo>
                  <a:pt x="3259338" y="24774"/>
                  <a:pt x="3603218" y="-32766"/>
                  <a:pt x="3942910" y="0"/>
                </a:cubicBezTo>
                <a:cubicBezTo>
                  <a:pt x="4282602" y="32766"/>
                  <a:pt x="4255960" y="8315"/>
                  <a:pt x="4432552" y="0"/>
                </a:cubicBezTo>
                <a:cubicBezTo>
                  <a:pt x="4609144" y="-8315"/>
                  <a:pt x="4884074" y="-6444"/>
                  <a:pt x="5076819" y="0"/>
                </a:cubicBezTo>
                <a:cubicBezTo>
                  <a:pt x="5269564" y="6444"/>
                  <a:pt x="5294795" y="12310"/>
                  <a:pt x="5489149" y="0"/>
                </a:cubicBezTo>
                <a:cubicBezTo>
                  <a:pt x="5683503" y="-12310"/>
                  <a:pt x="5787875" y="3564"/>
                  <a:pt x="5901480" y="0"/>
                </a:cubicBezTo>
                <a:cubicBezTo>
                  <a:pt x="6015085" y="-3564"/>
                  <a:pt x="6232022" y="25916"/>
                  <a:pt x="6545746" y="0"/>
                </a:cubicBezTo>
                <a:cubicBezTo>
                  <a:pt x="6859470" y="-25916"/>
                  <a:pt x="6841953" y="13773"/>
                  <a:pt x="6958076" y="0"/>
                </a:cubicBezTo>
                <a:cubicBezTo>
                  <a:pt x="7074199" y="-13773"/>
                  <a:pt x="7504070" y="-28685"/>
                  <a:pt x="7731196" y="0"/>
                </a:cubicBezTo>
                <a:cubicBezTo>
                  <a:pt x="7721421" y="245807"/>
                  <a:pt x="7715462" y="511467"/>
                  <a:pt x="7731196" y="660587"/>
                </a:cubicBezTo>
                <a:cubicBezTo>
                  <a:pt x="7746930" y="809707"/>
                  <a:pt x="7723515" y="1165205"/>
                  <a:pt x="7731196" y="1296708"/>
                </a:cubicBezTo>
                <a:cubicBezTo>
                  <a:pt x="7738877" y="1428211"/>
                  <a:pt x="7709317" y="1701174"/>
                  <a:pt x="7731196" y="1908363"/>
                </a:cubicBezTo>
                <a:cubicBezTo>
                  <a:pt x="7753075" y="2115552"/>
                  <a:pt x="7757189" y="2240413"/>
                  <a:pt x="7731196" y="2446619"/>
                </a:cubicBezTo>
                <a:cubicBezTo>
                  <a:pt x="7401647" y="2463131"/>
                  <a:pt x="7344262" y="2415120"/>
                  <a:pt x="7009618" y="2446619"/>
                </a:cubicBezTo>
                <a:cubicBezTo>
                  <a:pt x="6674974" y="2478118"/>
                  <a:pt x="6402507" y="2434428"/>
                  <a:pt x="6210727" y="2446619"/>
                </a:cubicBezTo>
                <a:cubicBezTo>
                  <a:pt x="6018947" y="2458810"/>
                  <a:pt x="5837178" y="2424964"/>
                  <a:pt x="5721085" y="2446619"/>
                </a:cubicBezTo>
                <a:cubicBezTo>
                  <a:pt x="5604992" y="2468274"/>
                  <a:pt x="5201466" y="2419138"/>
                  <a:pt x="4999507" y="2446619"/>
                </a:cubicBezTo>
                <a:cubicBezTo>
                  <a:pt x="4797548" y="2474100"/>
                  <a:pt x="4625802" y="2433468"/>
                  <a:pt x="4432552" y="2446619"/>
                </a:cubicBezTo>
                <a:cubicBezTo>
                  <a:pt x="4239303" y="2459770"/>
                  <a:pt x="3979438" y="2454757"/>
                  <a:pt x="3710974" y="2446619"/>
                </a:cubicBezTo>
                <a:cubicBezTo>
                  <a:pt x="3442510" y="2438481"/>
                  <a:pt x="3209724" y="2470215"/>
                  <a:pt x="3066708" y="2446619"/>
                </a:cubicBezTo>
                <a:cubicBezTo>
                  <a:pt x="2923692" y="2423023"/>
                  <a:pt x="2581157" y="2425480"/>
                  <a:pt x="2267817" y="2446619"/>
                </a:cubicBezTo>
                <a:cubicBezTo>
                  <a:pt x="1954477" y="2467758"/>
                  <a:pt x="1821078" y="2439845"/>
                  <a:pt x="1700863" y="2446619"/>
                </a:cubicBezTo>
                <a:cubicBezTo>
                  <a:pt x="1580648" y="2453393"/>
                  <a:pt x="1386965" y="2436862"/>
                  <a:pt x="1288533" y="2446619"/>
                </a:cubicBezTo>
                <a:cubicBezTo>
                  <a:pt x="1190101" y="2456377"/>
                  <a:pt x="970607" y="2438105"/>
                  <a:pt x="876202" y="2446619"/>
                </a:cubicBezTo>
                <a:cubicBezTo>
                  <a:pt x="781797" y="2455133"/>
                  <a:pt x="375106" y="2449204"/>
                  <a:pt x="0" y="2446619"/>
                </a:cubicBezTo>
                <a:cubicBezTo>
                  <a:pt x="-5724" y="2206728"/>
                  <a:pt x="6344" y="1979745"/>
                  <a:pt x="0" y="1834964"/>
                </a:cubicBezTo>
                <a:cubicBezTo>
                  <a:pt x="-6344" y="1690184"/>
                  <a:pt x="-19528" y="1405199"/>
                  <a:pt x="0" y="1174377"/>
                </a:cubicBezTo>
                <a:cubicBezTo>
                  <a:pt x="19528" y="943555"/>
                  <a:pt x="20870" y="719506"/>
                  <a:pt x="0" y="587189"/>
                </a:cubicBezTo>
                <a:cubicBezTo>
                  <a:pt x="-20870" y="454872"/>
                  <a:pt x="-23904" y="188946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Single event details and trade</a:t>
            </a:r>
            <a:endParaRPr lang="en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499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82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Aviad Cohen</dc:creator>
  <cp:lastModifiedBy>Aviad Cohen</cp:lastModifiedBy>
  <cp:revision>37</cp:revision>
  <dcterms:created xsi:type="dcterms:W3CDTF">2022-06-11T18:59:50Z</dcterms:created>
  <dcterms:modified xsi:type="dcterms:W3CDTF">2026-08-20T08:27:24Z</dcterms:modified>
</cp:coreProperties>
</file>